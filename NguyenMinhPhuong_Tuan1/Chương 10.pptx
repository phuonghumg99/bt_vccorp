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4"/>
  </p:sldMasterIdLst>
  <p:notesMasterIdLst>
    <p:notesMasterId r:id="rId32"/>
  </p:notesMasterIdLst>
  <p:handoutMasterIdLst>
    <p:handoutMasterId r:id="rId33"/>
  </p:handoutMasterIdLst>
  <p:sldIdLst>
    <p:sldId id="257" r:id="rId5"/>
    <p:sldId id="389" r:id="rId6"/>
    <p:sldId id="384" r:id="rId7"/>
    <p:sldId id="317" r:id="rId8"/>
    <p:sldId id="392" r:id="rId9"/>
    <p:sldId id="393" r:id="rId10"/>
    <p:sldId id="277" r:id="rId11"/>
    <p:sldId id="394" r:id="rId12"/>
    <p:sldId id="279" r:id="rId13"/>
    <p:sldId id="268" r:id="rId14"/>
    <p:sldId id="270" r:id="rId15"/>
    <p:sldId id="272" r:id="rId16"/>
    <p:sldId id="281" r:id="rId17"/>
    <p:sldId id="321" r:id="rId18"/>
    <p:sldId id="395" r:id="rId19"/>
    <p:sldId id="396" r:id="rId20"/>
    <p:sldId id="397" r:id="rId21"/>
    <p:sldId id="398" r:id="rId22"/>
    <p:sldId id="399" r:id="rId23"/>
    <p:sldId id="400" r:id="rId24"/>
    <p:sldId id="401" r:id="rId25"/>
    <p:sldId id="402" r:id="rId26"/>
    <p:sldId id="403" r:id="rId27"/>
    <p:sldId id="404" r:id="rId28"/>
    <p:sldId id="407" r:id="rId29"/>
    <p:sldId id="408" r:id="rId30"/>
    <p:sldId id="391"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7335B"/>
    <a:srgbClr val="CCE8DA"/>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79" autoAdjust="0"/>
    <p:restoredTop sz="93725" autoAdjust="0"/>
  </p:normalViewPr>
  <p:slideViewPr>
    <p:cSldViewPr snapToGrid="0">
      <p:cViewPr varScale="1">
        <p:scale>
          <a:sx n="66" d="100"/>
          <a:sy n="66" d="100"/>
        </p:scale>
        <p:origin x="66" y="126"/>
      </p:cViewPr>
      <p:guideLst>
        <p:guide pos="3840"/>
        <p:guide orient="horz" pos="2160"/>
      </p:guideLst>
    </p:cSldViewPr>
  </p:slideViewPr>
  <p:outlineViewPr>
    <p:cViewPr>
      <p:scale>
        <a:sx n="33" d="100"/>
        <a:sy n="33" d="100"/>
      </p:scale>
      <p:origin x="0" y="-2709"/>
    </p:cViewPr>
  </p:outlin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48" d="100"/>
          <a:sy n="48" d="100"/>
        </p:scale>
        <p:origin x="1911"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1471C2C-1567-47F4-803E-468024209D9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8F5B09-2954-46C6-97BB-9E10649FE2C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7F2C1D-F243-42AB-ADF2-E7CB4E04900E}" type="datetimeFigureOut">
              <a:rPr lang="en-US" smtClean="0"/>
              <a:t>4/1/2022</a:t>
            </a:fld>
            <a:endParaRPr lang="en-US"/>
          </a:p>
        </p:txBody>
      </p:sp>
      <p:sp>
        <p:nvSpPr>
          <p:cNvPr id="4" name="Footer Placeholder 3">
            <a:extLst>
              <a:ext uri="{FF2B5EF4-FFF2-40B4-BE49-F238E27FC236}">
                <a16:creationId xmlns:a16="http://schemas.microsoft.com/office/drawing/2014/main" id="{E39A204B-EBA9-4C6D-BFB2-A104F00C8E2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55F72FC-4D2D-4E5B-A4DD-62E2C822FB1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23CDBB5-5B4A-4483-935D-A73935186B4D}" type="slidenum">
              <a:rPr lang="en-US" smtClean="0"/>
              <a:t>‹#›</a:t>
            </a:fld>
            <a:endParaRPr lang="en-US"/>
          </a:p>
        </p:txBody>
      </p:sp>
    </p:spTree>
    <p:extLst>
      <p:ext uri="{BB962C8B-B14F-4D97-AF65-F5344CB8AC3E}">
        <p14:creationId xmlns:p14="http://schemas.microsoft.com/office/powerpoint/2010/main" val="26192377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0CE34E-5667-4A32-A6BA-10C7A552BC63}" type="datetimeFigureOut">
              <a:rPr lang="en-US" smtClean="0"/>
              <a:t>4/1/2022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CCE34D-CFF1-4FFE-815B-D050E7ED2DFD}" type="slidenum">
              <a:rPr lang="en-US" smtClean="0"/>
              <a:t>‹#›</a:t>
            </a:fld>
            <a:endParaRPr lang="en-US"/>
          </a:p>
        </p:txBody>
      </p:sp>
    </p:spTree>
    <p:extLst>
      <p:ext uri="{BB962C8B-B14F-4D97-AF65-F5344CB8AC3E}">
        <p14:creationId xmlns:p14="http://schemas.microsoft.com/office/powerpoint/2010/main" val="3979362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1</a:t>
            </a:fld>
            <a:endParaRPr lang="en-US"/>
          </a:p>
        </p:txBody>
      </p:sp>
    </p:spTree>
    <p:extLst>
      <p:ext uri="{BB962C8B-B14F-4D97-AF65-F5344CB8AC3E}">
        <p14:creationId xmlns:p14="http://schemas.microsoft.com/office/powerpoint/2010/main" val="1560835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3</a:t>
            </a:fld>
            <a:endParaRPr lang="en-US"/>
          </a:p>
        </p:txBody>
      </p:sp>
    </p:spTree>
    <p:extLst>
      <p:ext uri="{BB962C8B-B14F-4D97-AF65-F5344CB8AC3E}">
        <p14:creationId xmlns:p14="http://schemas.microsoft.com/office/powerpoint/2010/main" val="2100331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4</a:t>
            </a:fld>
            <a:endParaRPr lang="en-US"/>
          </a:p>
        </p:txBody>
      </p:sp>
    </p:spTree>
    <p:extLst>
      <p:ext uri="{BB962C8B-B14F-4D97-AF65-F5344CB8AC3E}">
        <p14:creationId xmlns:p14="http://schemas.microsoft.com/office/powerpoint/2010/main" val="1586550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5</a:t>
            </a:fld>
            <a:endParaRPr lang="en-US"/>
          </a:p>
        </p:txBody>
      </p:sp>
    </p:spTree>
    <p:extLst>
      <p:ext uri="{BB962C8B-B14F-4D97-AF65-F5344CB8AC3E}">
        <p14:creationId xmlns:p14="http://schemas.microsoft.com/office/powerpoint/2010/main" val="2767423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6</a:t>
            </a:fld>
            <a:endParaRPr lang="en-US"/>
          </a:p>
        </p:txBody>
      </p:sp>
    </p:spTree>
    <p:extLst>
      <p:ext uri="{BB962C8B-B14F-4D97-AF65-F5344CB8AC3E}">
        <p14:creationId xmlns:p14="http://schemas.microsoft.com/office/powerpoint/2010/main" val="2155654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10</a:t>
            </a:fld>
            <a:endParaRPr lang="en-US"/>
          </a:p>
        </p:txBody>
      </p:sp>
    </p:spTree>
    <p:extLst>
      <p:ext uri="{BB962C8B-B14F-4D97-AF65-F5344CB8AC3E}">
        <p14:creationId xmlns:p14="http://schemas.microsoft.com/office/powerpoint/2010/main" val="3963304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11</a:t>
            </a:fld>
            <a:endParaRPr lang="en-US"/>
          </a:p>
        </p:txBody>
      </p:sp>
    </p:spTree>
    <p:extLst>
      <p:ext uri="{BB962C8B-B14F-4D97-AF65-F5344CB8AC3E}">
        <p14:creationId xmlns:p14="http://schemas.microsoft.com/office/powerpoint/2010/main" val="4043041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32DC0559-D619-4E56-BF6F-3712370C2150}" type="slidenum">
              <a:rPr lang="en-US" smtClean="0"/>
              <a:t>12</a:t>
            </a:fld>
            <a:endParaRPr lang="en-US"/>
          </a:p>
        </p:txBody>
      </p:sp>
    </p:spTree>
    <p:extLst>
      <p:ext uri="{BB962C8B-B14F-4D97-AF65-F5344CB8AC3E}">
        <p14:creationId xmlns:p14="http://schemas.microsoft.com/office/powerpoint/2010/main" val="5145412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83A999-5E0E-42CA-8400-604AE921FF7C}" type="slidenum">
              <a:rPr lang="en-US" smtClean="0"/>
              <a:t>14</a:t>
            </a:fld>
            <a:endParaRPr lang="en-US"/>
          </a:p>
        </p:txBody>
      </p:sp>
    </p:spTree>
    <p:extLst>
      <p:ext uri="{BB962C8B-B14F-4D97-AF65-F5344CB8AC3E}">
        <p14:creationId xmlns:p14="http://schemas.microsoft.com/office/powerpoint/2010/main" val="41508926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9E68F591-F3C7-4872-BBA0-0693794F4F11}"/>
              </a:ext>
            </a:extLst>
          </p:cNvPr>
          <p:cNvSpPr>
            <a:spLocks noGrp="1"/>
          </p:cNvSpPr>
          <p:nvPr>
            <p:ph type="ctrTitle" hasCustomPrompt="1"/>
          </p:nvPr>
        </p:nvSpPr>
        <p:spPr>
          <a:xfrm>
            <a:off x="7999414" y="1051551"/>
            <a:ext cx="3565524" cy="2384898"/>
          </a:xfrm>
        </p:spPr>
        <p:txBody>
          <a:bodyPr anchor="b" anchorCtr="0">
            <a:noAutofit/>
          </a:bodyPr>
          <a:lstStyle/>
          <a:p>
            <a:r>
              <a:rPr lang="en-US" sz="4800" dirty="0"/>
              <a:t>3DFloat</a:t>
            </a:r>
          </a:p>
        </p:txBody>
      </p:sp>
      <p:sp>
        <p:nvSpPr>
          <p:cNvPr id="14" name="Picture Placeholder 13">
            <a:extLst>
              <a:ext uri="{FF2B5EF4-FFF2-40B4-BE49-F238E27FC236}">
                <a16:creationId xmlns:a16="http://schemas.microsoft.com/office/drawing/2014/main" id="{967766A8-18D5-4391-8DB7-7BFF6427636C}"/>
              </a:ext>
            </a:extLst>
          </p:cNvPr>
          <p:cNvSpPr>
            <a:spLocks noGrp="1"/>
          </p:cNvSpPr>
          <p:nvPr>
            <p:ph type="pic" sz="quarter" idx="13"/>
          </p:nvPr>
        </p:nvSpPr>
        <p:spPr>
          <a:xfrm>
            <a:off x="0" y="0"/>
            <a:ext cx="7452360" cy="6858000"/>
          </a:xfrm>
          <a:solidFill>
            <a:schemeClr val="accent5"/>
          </a:solidFill>
        </p:spPr>
        <p:txBody>
          <a:bodyPr>
            <a:noAutofit/>
          </a:bodyPr>
          <a:lstStyle/>
          <a:p>
            <a:r>
              <a:rPr lang="en-US"/>
              <a:t>Click icon to add picture</a:t>
            </a:r>
          </a:p>
        </p:txBody>
      </p:sp>
      <p:sp>
        <p:nvSpPr>
          <p:cNvPr id="8" name="Oval 7">
            <a:extLst>
              <a:ext uri="{FF2B5EF4-FFF2-40B4-BE49-F238E27FC236}">
                <a16:creationId xmlns:a16="http://schemas.microsoft.com/office/drawing/2014/main" id="{938AD48E-7D67-4BE9-97B6-DB64DE5253B9}"/>
              </a:ext>
              <a:ext uri="{C183D7F6-B498-43B3-948B-1728B52AA6E4}">
                <adec:decorative xmlns:adec="http://schemas.microsoft.com/office/drawing/2017/decorative" val="1"/>
              </a:ext>
            </a:extLst>
          </p:cNvPr>
          <p:cNvSpPr>
            <a:spLocks noChangeAspect="1"/>
          </p:cNvSpPr>
          <p:nvPr userDrawn="1"/>
        </p:nvSpPr>
        <p:spPr>
          <a:xfrm>
            <a:off x="7999413" y="445272"/>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9" name="Group 8">
            <a:extLst>
              <a:ext uri="{FF2B5EF4-FFF2-40B4-BE49-F238E27FC236}">
                <a16:creationId xmlns:a16="http://schemas.microsoft.com/office/drawing/2014/main" id="{EB6FF8E2-165B-49EB-8120-14190F9491BC}"/>
              </a:ext>
              <a:ext uri="{C183D7F6-B498-43B3-948B-1728B52AA6E4}">
                <adec:decorative xmlns:adec="http://schemas.microsoft.com/office/drawing/2017/decorative" val="1"/>
              </a:ext>
            </a:extLst>
          </p:cNvPr>
          <p:cNvGrpSpPr/>
          <p:nvPr userDrawn="1"/>
        </p:nvGrpSpPr>
        <p:grpSpPr>
          <a:xfrm rot="5400000">
            <a:off x="10915300" y="5534727"/>
            <a:ext cx="667802" cy="631474"/>
            <a:chOff x="10478914" y="1506691"/>
            <a:chExt cx="667802" cy="631474"/>
          </a:xfrm>
        </p:grpSpPr>
        <p:sp>
          <p:nvSpPr>
            <p:cNvPr id="10" name="Freeform: Shape 9">
              <a:extLst>
                <a:ext uri="{FF2B5EF4-FFF2-40B4-BE49-F238E27FC236}">
                  <a16:creationId xmlns:a16="http://schemas.microsoft.com/office/drawing/2014/main" id="{79B763A7-EE7D-4306-8306-01E8C86E6350}"/>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Oval 10">
              <a:extLst>
                <a:ext uri="{FF2B5EF4-FFF2-40B4-BE49-F238E27FC236}">
                  <a16:creationId xmlns:a16="http://schemas.microsoft.com/office/drawing/2014/main" id="{4B3A935F-6844-4FCE-B0AE-5492715A58F1}"/>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3" name="Text Placeholder 2">
            <a:extLst>
              <a:ext uri="{FF2B5EF4-FFF2-40B4-BE49-F238E27FC236}">
                <a16:creationId xmlns:a16="http://schemas.microsoft.com/office/drawing/2014/main" id="{5B16EB97-6E8A-4B50-8701-7CB158044DCA}"/>
              </a:ext>
            </a:extLst>
          </p:cNvPr>
          <p:cNvSpPr>
            <a:spLocks noGrp="1"/>
          </p:cNvSpPr>
          <p:nvPr>
            <p:ph type="body" sz="quarter" idx="14"/>
          </p:nvPr>
        </p:nvSpPr>
        <p:spPr>
          <a:xfrm>
            <a:off x="7999413" y="3568700"/>
            <a:ext cx="3565524" cy="1731963"/>
          </a:xfrm>
        </p:spPr>
        <p:txBody>
          <a:bodyPr>
            <a:noAutofit/>
          </a:bodyPr>
          <a:lstStyle>
            <a:lvl1pPr>
              <a:buNone/>
              <a:defRPr sz="2000"/>
            </a:lvl1pPr>
            <a:lvl2pPr>
              <a:buNone/>
              <a:defRPr sz="2000"/>
            </a:lvl2pPr>
            <a:lvl3pPr>
              <a:buNone/>
              <a:defRPr sz="2000"/>
            </a:lvl3pPr>
            <a:lvl4pPr>
              <a:buNone/>
              <a:defRPr sz="2000"/>
            </a:lvl4pPr>
            <a:lvl5pPr>
              <a:buNone/>
              <a:defRPr sz="2000"/>
            </a:lvl5pPr>
          </a:lstStyle>
          <a:p>
            <a:pPr lvl="0"/>
            <a:r>
              <a:rPr lang="en-US"/>
              <a:t>Click to edit Master text styles</a:t>
            </a:r>
          </a:p>
        </p:txBody>
      </p:sp>
    </p:spTree>
    <p:extLst>
      <p:ext uri="{BB962C8B-B14F-4D97-AF65-F5344CB8AC3E}">
        <p14:creationId xmlns:p14="http://schemas.microsoft.com/office/powerpoint/2010/main" val="6009488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923D16-1EC5-4C17-ABA8-B13A1256B36F}"/>
              </a:ext>
            </a:extLst>
          </p:cNvPr>
          <p:cNvSpPr>
            <a:spLocks noGrp="1"/>
          </p:cNvSpPr>
          <p:nvPr>
            <p:ph type="title" hasCustomPrompt="1"/>
          </p:nvPr>
        </p:nvSpPr>
        <p:spPr>
          <a:xfrm>
            <a:off x="550864" y="549275"/>
            <a:ext cx="3565524" cy="1997855"/>
          </a:xfrm>
        </p:spPr>
        <p:txBody>
          <a:bodyPr wrap="square" anchor="b" anchorCtr="0">
            <a:noAutofit/>
          </a:bodyPr>
          <a:lstStyle>
            <a:lvl1pPr>
              <a:defRPr/>
            </a:lvl1pPr>
          </a:lstStyle>
          <a:p>
            <a:r>
              <a:rPr lang="en-US" dirty="0"/>
              <a:t>Click to add title</a:t>
            </a:r>
          </a:p>
        </p:txBody>
      </p:sp>
      <p:sp>
        <p:nvSpPr>
          <p:cNvPr id="7" name="Content Placeholder 2">
            <a:extLst>
              <a:ext uri="{FF2B5EF4-FFF2-40B4-BE49-F238E27FC236}">
                <a16:creationId xmlns:a16="http://schemas.microsoft.com/office/drawing/2014/main" id="{50294D8B-CF64-4C26-8C78-57A375E7D33B}"/>
              </a:ext>
            </a:extLst>
          </p:cNvPr>
          <p:cNvSpPr>
            <a:spLocks noGrp="1"/>
          </p:cNvSpPr>
          <p:nvPr>
            <p:ph idx="1" hasCustomPrompt="1"/>
          </p:nvPr>
        </p:nvSpPr>
        <p:spPr>
          <a:xfrm>
            <a:off x="550863" y="2677306"/>
            <a:ext cx="3565525" cy="3415519"/>
          </a:xfrm>
        </p:spPr>
        <p:txBody>
          <a:bodyPr anchor="t" anchorCtr="0">
            <a:noAutofit/>
          </a:bodyPr>
          <a:lstStyle>
            <a:lvl1pPr>
              <a:buNone/>
              <a:defRPr/>
            </a:lvl1pPr>
          </a:lstStyle>
          <a:p>
            <a:pPr>
              <a:lnSpc>
                <a:spcPct val="120000"/>
              </a:lnSpc>
            </a:pPr>
            <a:r>
              <a:rPr lang="en-US" sz="1600" dirty="0"/>
              <a:t>Click to add text</a:t>
            </a:r>
          </a:p>
        </p:txBody>
      </p:sp>
      <p:sp>
        <p:nvSpPr>
          <p:cNvPr id="17" name="Picture Placeholder 16">
            <a:extLst>
              <a:ext uri="{FF2B5EF4-FFF2-40B4-BE49-F238E27FC236}">
                <a16:creationId xmlns:a16="http://schemas.microsoft.com/office/drawing/2014/main" id="{67BCF456-426F-435B-8DF0-A32A44F5A889}"/>
              </a:ext>
            </a:extLst>
          </p:cNvPr>
          <p:cNvSpPr>
            <a:spLocks noGrp="1"/>
          </p:cNvSpPr>
          <p:nvPr>
            <p:ph type="pic" sz="quarter" idx="13"/>
          </p:nvPr>
        </p:nvSpPr>
        <p:spPr>
          <a:xfrm>
            <a:off x="5208928" y="1596771"/>
            <a:ext cx="3448558" cy="3448558"/>
          </a:xfrm>
          <a:custGeom>
            <a:avLst/>
            <a:gdLst>
              <a:gd name="connsiteX0" fmla="*/ 1724279 w 3448558"/>
              <a:gd name="connsiteY0" fmla="*/ 0 h 3448558"/>
              <a:gd name="connsiteX1" fmla="*/ 3448558 w 3448558"/>
              <a:gd name="connsiteY1" fmla="*/ 1724279 h 3448558"/>
              <a:gd name="connsiteX2" fmla="*/ 1724279 w 3448558"/>
              <a:gd name="connsiteY2" fmla="*/ 3448558 h 3448558"/>
              <a:gd name="connsiteX3" fmla="*/ 0 w 3448558"/>
              <a:gd name="connsiteY3" fmla="*/ 1724279 h 3448558"/>
              <a:gd name="connsiteX4" fmla="*/ 1724279 w 3448558"/>
              <a:gd name="connsiteY4" fmla="*/ 0 h 344855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8558" h="3448558">
                <a:moveTo>
                  <a:pt x="1724279" y="0"/>
                </a:moveTo>
                <a:cubicBezTo>
                  <a:pt x="2676572" y="0"/>
                  <a:pt x="3448558" y="771986"/>
                  <a:pt x="3448558" y="1724279"/>
                </a:cubicBezTo>
                <a:cubicBezTo>
                  <a:pt x="3448558" y="2676572"/>
                  <a:pt x="2676572" y="3448558"/>
                  <a:pt x="1724279" y="3448558"/>
                </a:cubicBezTo>
                <a:cubicBezTo>
                  <a:pt x="771986" y="3448558"/>
                  <a:pt x="0" y="2676572"/>
                  <a:pt x="0" y="1724279"/>
                </a:cubicBezTo>
                <a:cubicBezTo>
                  <a:pt x="0" y="771986"/>
                  <a:pt x="771986" y="0"/>
                  <a:pt x="1724279" y="0"/>
                </a:cubicBezTo>
                <a:close/>
              </a:path>
            </a:pathLst>
          </a:custGeom>
          <a:solidFill>
            <a:schemeClr val="accent5"/>
          </a:solidFill>
        </p:spPr>
        <p:txBody>
          <a:bodyPr wrap="square">
            <a:noAutofit/>
          </a:bodyPr>
          <a:lstStyle/>
          <a:p>
            <a:r>
              <a:rPr lang="en-US"/>
              <a:t>Click icon to add picture</a:t>
            </a:r>
          </a:p>
        </p:txBody>
      </p:sp>
      <p:sp>
        <p:nvSpPr>
          <p:cNvPr id="22" name="Picture Placeholder 21">
            <a:extLst>
              <a:ext uri="{FF2B5EF4-FFF2-40B4-BE49-F238E27FC236}">
                <a16:creationId xmlns:a16="http://schemas.microsoft.com/office/drawing/2014/main" id="{4813A609-7079-46D5-9C1D-52004ABDAC9D}"/>
              </a:ext>
            </a:extLst>
          </p:cNvPr>
          <p:cNvSpPr>
            <a:spLocks noGrp="1"/>
          </p:cNvSpPr>
          <p:nvPr>
            <p:ph type="pic" sz="quarter" idx="14"/>
          </p:nvPr>
        </p:nvSpPr>
        <p:spPr>
          <a:xfrm>
            <a:off x="8918575" y="596392"/>
            <a:ext cx="2263776" cy="2263776"/>
          </a:xfrm>
          <a:custGeom>
            <a:avLst/>
            <a:gdLst>
              <a:gd name="connsiteX0" fmla="*/ 1131888 w 2263776"/>
              <a:gd name="connsiteY0" fmla="*/ 0 h 2263776"/>
              <a:gd name="connsiteX1" fmla="*/ 2263776 w 2263776"/>
              <a:gd name="connsiteY1" fmla="*/ 1131888 h 2263776"/>
              <a:gd name="connsiteX2" fmla="*/ 1131888 w 2263776"/>
              <a:gd name="connsiteY2" fmla="*/ 2263776 h 2263776"/>
              <a:gd name="connsiteX3" fmla="*/ 0 w 2263776"/>
              <a:gd name="connsiteY3" fmla="*/ 1131888 h 2263776"/>
              <a:gd name="connsiteX4" fmla="*/ 1131888 w 2263776"/>
              <a:gd name="connsiteY4" fmla="*/ 0 h 22637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63776" h="2263776">
                <a:moveTo>
                  <a:pt x="1131888" y="0"/>
                </a:moveTo>
                <a:cubicBezTo>
                  <a:pt x="1757012" y="0"/>
                  <a:pt x="2263776" y="506764"/>
                  <a:pt x="2263776" y="1131888"/>
                </a:cubicBezTo>
                <a:cubicBezTo>
                  <a:pt x="2263776" y="1757012"/>
                  <a:pt x="1757012" y="2263776"/>
                  <a:pt x="1131888" y="2263776"/>
                </a:cubicBezTo>
                <a:cubicBezTo>
                  <a:pt x="506764" y="2263776"/>
                  <a:pt x="0" y="1757012"/>
                  <a:pt x="0" y="1131888"/>
                </a:cubicBezTo>
                <a:cubicBezTo>
                  <a:pt x="0" y="506764"/>
                  <a:pt x="506764" y="0"/>
                  <a:pt x="1131888" y="0"/>
                </a:cubicBezTo>
                <a:close/>
              </a:path>
            </a:pathLst>
          </a:custGeom>
          <a:solidFill>
            <a:schemeClr val="accent5"/>
          </a:solidFill>
        </p:spPr>
        <p:txBody>
          <a:bodyPr wrap="square">
            <a:noAutofit/>
          </a:bodyPr>
          <a:lstStyle/>
          <a:p>
            <a:r>
              <a:rPr lang="en-US"/>
              <a:t>Click icon to add picture</a:t>
            </a:r>
          </a:p>
        </p:txBody>
      </p:sp>
      <p:sp>
        <p:nvSpPr>
          <p:cNvPr id="25" name="Picture Placeholder 24">
            <a:extLst>
              <a:ext uri="{FF2B5EF4-FFF2-40B4-BE49-F238E27FC236}">
                <a16:creationId xmlns:a16="http://schemas.microsoft.com/office/drawing/2014/main" id="{A14F21DF-D5E0-4C6C-BA2C-D69D65DBB18E}"/>
              </a:ext>
            </a:extLst>
          </p:cNvPr>
          <p:cNvSpPr>
            <a:spLocks noGrp="1"/>
          </p:cNvSpPr>
          <p:nvPr>
            <p:ph type="pic" sz="quarter" idx="15"/>
          </p:nvPr>
        </p:nvSpPr>
        <p:spPr>
          <a:xfrm>
            <a:off x="9091612" y="3324733"/>
            <a:ext cx="2936876" cy="2936876"/>
          </a:xfrm>
          <a:custGeom>
            <a:avLst/>
            <a:gdLst>
              <a:gd name="connsiteX0" fmla="*/ 1468438 w 2936876"/>
              <a:gd name="connsiteY0" fmla="*/ 0 h 2936876"/>
              <a:gd name="connsiteX1" fmla="*/ 2936876 w 2936876"/>
              <a:gd name="connsiteY1" fmla="*/ 1468438 h 2936876"/>
              <a:gd name="connsiteX2" fmla="*/ 1468438 w 2936876"/>
              <a:gd name="connsiteY2" fmla="*/ 2936876 h 2936876"/>
              <a:gd name="connsiteX3" fmla="*/ 0 w 2936876"/>
              <a:gd name="connsiteY3" fmla="*/ 1468438 h 2936876"/>
              <a:gd name="connsiteX4" fmla="*/ 1468438 w 2936876"/>
              <a:gd name="connsiteY4" fmla="*/ 0 h 29368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6876" h="2936876">
                <a:moveTo>
                  <a:pt x="1468438" y="0"/>
                </a:moveTo>
                <a:cubicBezTo>
                  <a:pt x="2279434" y="0"/>
                  <a:pt x="2936876" y="657442"/>
                  <a:pt x="2936876" y="1468438"/>
                </a:cubicBezTo>
                <a:cubicBezTo>
                  <a:pt x="2936876" y="2279434"/>
                  <a:pt x="2279434" y="2936876"/>
                  <a:pt x="1468438" y="2936876"/>
                </a:cubicBezTo>
                <a:cubicBezTo>
                  <a:pt x="657442" y="2936876"/>
                  <a:pt x="0" y="2279434"/>
                  <a:pt x="0" y="1468438"/>
                </a:cubicBezTo>
                <a:cubicBezTo>
                  <a:pt x="0" y="657442"/>
                  <a:pt x="657442" y="0"/>
                  <a:pt x="1468438" y="0"/>
                </a:cubicBezTo>
                <a:close/>
              </a:path>
            </a:pathLst>
          </a:custGeom>
          <a:solidFill>
            <a:schemeClr val="accent5"/>
          </a:solidFill>
        </p:spPr>
        <p:txBody>
          <a:bodyPr wrap="square">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6" name="Oval 5">
            <a:extLst>
              <a:ext uri="{FF2B5EF4-FFF2-40B4-BE49-F238E27FC236}">
                <a16:creationId xmlns:a16="http://schemas.microsoft.com/office/drawing/2014/main" id="{92FF63B4-C261-4597-9EE0-811D250B9D21}"/>
              </a:ext>
              <a:ext uri="{C183D7F6-B498-43B3-948B-1728B52AA6E4}">
                <adec:decorative xmlns:adec="http://schemas.microsoft.com/office/drawing/2017/decorative" val="1"/>
              </a:ext>
            </a:extLst>
          </p:cNvPr>
          <p:cNvSpPr>
            <a:spLocks noChangeAspect="1"/>
          </p:cNvSpPr>
          <p:nvPr userDrawn="1"/>
        </p:nvSpPr>
        <p:spPr>
          <a:xfrm>
            <a:off x="6548755" y="850167"/>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0" name="Group 9">
            <a:extLst>
              <a:ext uri="{FF2B5EF4-FFF2-40B4-BE49-F238E27FC236}">
                <a16:creationId xmlns:a16="http://schemas.microsoft.com/office/drawing/2014/main" id="{F92CF088-7F97-4A11-8A81-0EF641F6986F}"/>
              </a:ext>
              <a:ext uri="{C183D7F6-B498-43B3-948B-1728B52AA6E4}">
                <adec:decorative xmlns:adec="http://schemas.microsoft.com/office/drawing/2017/decorative" val="1"/>
              </a:ext>
            </a:extLst>
          </p:cNvPr>
          <p:cNvGrpSpPr/>
          <p:nvPr userDrawn="1"/>
        </p:nvGrpSpPr>
        <p:grpSpPr>
          <a:xfrm>
            <a:off x="5602297" y="5691007"/>
            <a:ext cx="667802" cy="631474"/>
            <a:chOff x="3409557" y="4940429"/>
            <a:chExt cx="667802" cy="631474"/>
          </a:xfrm>
        </p:grpSpPr>
        <p:sp>
          <p:nvSpPr>
            <p:cNvPr id="11" name="Freeform: Shape 10">
              <a:extLst>
                <a:ext uri="{FF2B5EF4-FFF2-40B4-BE49-F238E27FC236}">
                  <a16:creationId xmlns:a16="http://schemas.microsoft.com/office/drawing/2014/main" id="{165B23B7-CE74-4974-ABD8-BFA31D583416}"/>
                </a:ext>
              </a:extLst>
            </p:cNvPr>
            <p:cNvSpPr>
              <a:spLocks noChangeAspect="1"/>
            </p:cNvSpPr>
            <p:nvPr/>
          </p:nvSpPr>
          <p:spPr>
            <a:xfrm rot="8100000">
              <a:off x="3537358" y="4940429"/>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FF99BB1F-6C9D-4972-9EF4-98ACD7BE71E5}"/>
                </a:ext>
              </a:extLst>
            </p:cNvPr>
            <p:cNvSpPr/>
            <p:nvPr/>
          </p:nvSpPr>
          <p:spPr>
            <a:xfrm rot="13500000">
              <a:off x="3544558" y="4858365"/>
              <a:ext cx="270000" cy="540001"/>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4284120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troduction">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458B3A1-C77D-4AFC-B2C8-79520B53C452}"/>
              </a:ext>
            </a:extLst>
          </p:cNvPr>
          <p:cNvSpPr>
            <a:spLocks noGrp="1"/>
          </p:cNvSpPr>
          <p:nvPr>
            <p:ph type="title"/>
          </p:nvPr>
        </p:nvSpPr>
        <p:spPr>
          <a:xfrm>
            <a:off x="550863" y="4507200"/>
            <a:ext cx="4500562" cy="1562959"/>
          </a:xfrm>
        </p:spPr>
        <p:txBody>
          <a:bodyPr wrap="square" anchor="t" anchorCtr="0">
            <a:noAutofit/>
          </a:body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F551DA26-B267-4F28-B4D0-65B3EF6E1112}"/>
              </a:ext>
            </a:extLst>
          </p:cNvPr>
          <p:cNvSpPr>
            <a:spLocks noGrp="1"/>
          </p:cNvSpPr>
          <p:nvPr>
            <p:ph type="pic" sz="quarter" idx="13"/>
          </p:nvPr>
        </p:nvSpPr>
        <p:spPr>
          <a:xfrm>
            <a:off x="0" y="0"/>
            <a:ext cx="3054096" cy="3776472"/>
          </a:xfrm>
          <a:solidFill>
            <a:schemeClr val="accent5"/>
          </a:solidFill>
        </p:spPr>
        <p:txBody>
          <a:bodyPr>
            <a:noAutofit/>
          </a:bodyPr>
          <a:lstStyle/>
          <a:p>
            <a:r>
              <a:rPr lang="en-US"/>
              <a:t>Click icon to add picture</a:t>
            </a:r>
          </a:p>
        </p:txBody>
      </p:sp>
      <p:sp>
        <p:nvSpPr>
          <p:cNvPr id="18" name="Picture Placeholder 11">
            <a:extLst>
              <a:ext uri="{FF2B5EF4-FFF2-40B4-BE49-F238E27FC236}">
                <a16:creationId xmlns:a16="http://schemas.microsoft.com/office/drawing/2014/main" id="{95544A62-DA23-4840-99DE-09AFC8F4DC48}"/>
              </a:ext>
            </a:extLst>
          </p:cNvPr>
          <p:cNvSpPr>
            <a:spLocks noGrp="1"/>
          </p:cNvSpPr>
          <p:nvPr>
            <p:ph type="pic" sz="quarter" idx="14"/>
          </p:nvPr>
        </p:nvSpPr>
        <p:spPr>
          <a:xfrm>
            <a:off x="3054096" y="0"/>
            <a:ext cx="3054096" cy="3776472"/>
          </a:xfrm>
          <a:solidFill>
            <a:schemeClr val="accent5"/>
          </a:solidFill>
        </p:spPr>
        <p:txBody>
          <a:bodyPr>
            <a:noAutofit/>
          </a:bodyPr>
          <a:lstStyle/>
          <a:p>
            <a:r>
              <a:rPr lang="en-US"/>
              <a:t>Click icon to add picture</a:t>
            </a:r>
          </a:p>
        </p:txBody>
      </p:sp>
      <p:sp>
        <p:nvSpPr>
          <p:cNvPr id="19" name="Picture Placeholder 11">
            <a:extLst>
              <a:ext uri="{FF2B5EF4-FFF2-40B4-BE49-F238E27FC236}">
                <a16:creationId xmlns:a16="http://schemas.microsoft.com/office/drawing/2014/main" id="{0C91AF30-C5BB-4601-BDEB-E60C93A16933}"/>
              </a:ext>
            </a:extLst>
          </p:cNvPr>
          <p:cNvSpPr>
            <a:spLocks noGrp="1"/>
          </p:cNvSpPr>
          <p:nvPr>
            <p:ph type="pic" sz="quarter" idx="15"/>
          </p:nvPr>
        </p:nvSpPr>
        <p:spPr>
          <a:xfrm>
            <a:off x="6083808" y="0"/>
            <a:ext cx="3054096" cy="3776472"/>
          </a:xfrm>
          <a:solidFill>
            <a:schemeClr val="accent5"/>
          </a:solidFill>
        </p:spPr>
        <p:txBody>
          <a:bodyPr>
            <a:noAutofit/>
          </a:bodyPr>
          <a:lstStyle/>
          <a:p>
            <a:r>
              <a:rPr lang="en-US"/>
              <a:t>Click icon to add picture</a:t>
            </a:r>
          </a:p>
        </p:txBody>
      </p:sp>
      <p:sp>
        <p:nvSpPr>
          <p:cNvPr id="20" name="Picture Placeholder 11">
            <a:extLst>
              <a:ext uri="{FF2B5EF4-FFF2-40B4-BE49-F238E27FC236}">
                <a16:creationId xmlns:a16="http://schemas.microsoft.com/office/drawing/2014/main" id="{5B625AA5-EA5B-4115-A461-DA2C7087D83E}"/>
              </a:ext>
            </a:extLst>
          </p:cNvPr>
          <p:cNvSpPr>
            <a:spLocks noGrp="1"/>
          </p:cNvSpPr>
          <p:nvPr>
            <p:ph type="pic" sz="quarter" idx="16"/>
          </p:nvPr>
        </p:nvSpPr>
        <p:spPr>
          <a:xfrm>
            <a:off x="9137904" y="0"/>
            <a:ext cx="3054096" cy="3776472"/>
          </a:xfrm>
          <a:solidFill>
            <a:schemeClr val="accent5"/>
          </a:solidFill>
        </p:spPr>
        <p:txBody>
          <a:bodyPr>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1" name="Content Placeholder 6">
            <a:extLst>
              <a:ext uri="{FF2B5EF4-FFF2-40B4-BE49-F238E27FC236}">
                <a16:creationId xmlns:a16="http://schemas.microsoft.com/office/drawing/2014/main" id="{1B1AE41C-3196-4E6F-A3A8-313A92677FF3}"/>
              </a:ext>
            </a:extLst>
          </p:cNvPr>
          <p:cNvSpPr>
            <a:spLocks noGrp="1"/>
          </p:cNvSpPr>
          <p:nvPr>
            <p:ph sz="quarter" idx="15"/>
          </p:nvPr>
        </p:nvSpPr>
        <p:spPr>
          <a:xfrm>
            <a:off x="5262411" y="4508500"/>
            <a:ext cx="6221412" cy="1563688"/>
          </a:xfrm>
        </p:spPr>
        <p:txBody>
          <a:bodyPr>
            <a:noAutofit/>
          </a:bodyPr>
          <a:lstStyle>
            <a:lvl1pPr marL="228600" indent="-228600">
              <a:lnSpc>
                <a:spcPct val="100000"/>
              </a:lnSpc>
              <a:buFont typeface="Arial" panose="020B0604020202020204" pitchFamily="34" charset="0"/>
              <a:buChar char="•"/>
              <a:defRPr sz="2000"/>
            </a:lvl1pPr>
            <a:lvl2pPr>
              <a:buNone/>
              <a:defRPr sz="1900"/>
            </a:lvl2pPr>
            <a:lvl3pPr>
              <a:buNone/>
              <a:defRPr sz="1900"/>
            </a:lvl3pPr>
            <a:lvl4pPr>
              <a:buNone/>
              <a:defRPr sz="1900"/>
            </a:lvl4pPr>
            <a:lvl5pPr>
              <a:buNone/>
              <a:defRPr sz="1900"/>
            </a:lvl5pPr>
          </a:lstStyle>
          <a:p>
            <a:pPr lvl="0"/>
            <a:r>
              <a:rPr lang="en-US"/>
              <a:t>Click to edit Master text styles</a:t>
            </a:r>
          </a:p>
        </p:txBody>
      </p:sp>
    </p:spTree>
    <p:extLst>
      <p:ext uri="{BB962C8B-B14F-4D97-AF65-F5344CB8AC3E}">
        <p14:creationId xmlns:p14="http://schemas.microsoft.com/office/powerpoint/2010/main" val="2570260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accent5"/>
          </a:solidFill>
        </p:spPr>
        <p:txBody>
          <a:bodyPr/>
          <a:lstStyle/>
          <a:p>
            <a:r>
              <a:rPr lang="en-US"/>
              <a:t>Click icon to add picture</a:t>
            </a:r>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r>
              <a:rPr lang="en-US"/>
              <a:t>Tuesday, February 2, 20XX</a:t>
            </a:r>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t>‹#›</a:t>
            </a:fld>
            <a:endParaRPr lang="en-US"/>
          </a:p>
        </p:txBody>
      </p:sp>
      <p:sp>
        <p:nvSpPr>
          <p:cNvPr id="13" name="Rectangle 12">
            <a:extLst>
              <a:ext uri="{FF2B5EF4-FFF2-40B4-BE49-F238E27FC236}">
                <a16:creationId xmlns:a16="http://schemas.microsoft.com/office/drawing/2014/main" id="{80517979-166D-4AAA-ABBC-0C3E5C2ECF37}"/>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E111559-B769-4E2A-A891-97B3C4AA6BAC}"/>
              </a:ext>
            </a:extLst>
          </p:cNvPr>
          <p:cNvSpPr/>
          <p:nvPr userDrawn="1"/>
        </p:nvSpPr>
        <p:spPr>
          <a:xfrm rot="10800000">
            <a:off x="0" y="-3"/>
            <a:ext cx="9000000"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754E1219-253E-4FEF-A576-83857F44BA01}"/>
              </a:ext>
            </a:extLst>
          </p:cNvPr>
          <p:cNvSpPr>
            <a:spLocks noGrp="1"/>
          </p:cNvSpPr>
          <p:nvPr>
            <p:ph type="ctrTitle"/>
          </p:nvPr>
        </p:nvSpPr>
        <p:spPr>
          <a:xfrm>
            <a:off x="550863" y="549275"/>
            <a:ext cx="5437187" cy="2986234"/>
          </a:xfrm>
        </p:spPr>
        <p:txBody>
          <a:bodyPr anchor="b" anchorCtr="0">
            <a:noAutofit/>
          </a:bodyPr>
          <a:lstStyle>
            <a:lvl1pPr>
              <a:defRPr sz="6400"/>
            </a:lvl1pPr>
          </a:lstStyle>
          <a:p>
            <a:r>
              <a:rPr lang="en-US"/>
              <a:t>Click to edit Master title style</a:t>
            </a:r>
            <a:endParaRPr lang="en-US" dirty="0"/>
          </a:p>
        </p:txBody>
      </p:sp>
      <p:sp>
        <p:nvSpPr>
          <p:cNvPr id="16" name="Subtitle 2">
            <a:extLst>
              <a:ext uri="{FF2B5EF4-FFF2-40B4-BE49-F238E27FC236}">
                <a16:creationId xmlns:a16="http://schemas.microsoft.com/office/drawing/2014/main" id="{93411FC5-0B5A-4566-9984-827485AF9265}"/>
              </a:ext>
            </a:extLst>
          </p:cNvPr>
          <p:cNvSpPr>
            <a:spLocks noGrp="1"/>
          </p:cNvSpPr>
          <p:nvPr>
            <p:ph type="subTitle" idx="1"/>
          </p:nvPr>
        </p:nvSpPr>
        <p:spPr>
          <a:xfrm>
            <a:off x="550863" y="3816724"/>
            <a:ext cx="5437187" cy="2265216"/>
          </a:xfrm>
        </p:spPr>
        <p:txBody>
          <a:bodyPr>
            <a:noAutofit/>
          </a:bodyPr>
          <a:lstStyle>
            <a:lvl1pPr>
              <a:buNone/>
              <a:defRPr sz="2400"/>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Tree>
    <p:extLst>
      <p:ext uri="{BB962C8B-B14F-4D97-AF65-F5344CB8AC3E}">
        <p14:creationId xmlns:p14="http://schemas.microsoft.com/office/powerpoint/2010/main" val="1023429560"/>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Section break">
    <p:bg>
      <p:bgRef idx="1001">
        <a:schemeClr val="bg1"/>
      </p:bgRef>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75B2FBE-0C5C-48AA-8D7F-9D5B7373CC9A}"/>
              </a:ext>
            </a:extLst>
          </p:cNvPr>
          <p:cNvSpPr>
            <a:spLocks noGrp="1"/>
          </p:cNvSpPr>
          <p:nvPr>
            <p:ph type="pic" sz="quarter" idx="13"/>
          </p:nvPr>
        </p:nvSpPr>
        <p:spPr>
          <a:xfrm>
            <a:off x="0" y="0"/>
            <a:ext cx="12192000" cy="6858000"/>
          </a:xfrm>
          <a:solidFill>
            <a:schemeClr val="bg2"/>
          </a:solidFill>
        </p:spPr>
        <p:txBody>
          <a:bodyPr/>
          <a:lstStyle/>
          <a:p>
            <a:r>
              <a:rPr lang="en-US"/>
              <a:t>Click icon to add picture</a:t>
            </a:r>
          </a:p>
        </p:txBody>
      </p:sp>
      <p:sp>
        <p:nvSpPr>
          <p:cNvPr id="16" name="Subtitle 2">
            <a:extLst>
              <a:ext uri="{FF2B5EF4-FFF2-40B4-BE49-F238E27FC236}">
                <a16:creationId xmlns:a16="http://schemas.microsoft.com/office/drawing/2014/main" id="{93411FC5-0B5A-4566-9984-827485AF9265}"/>
              </a:ext>
            </a:extLst>
          </p:cNvPr>
          <p:cNvSpPr>
            <a:spLocks noGrp="1"/>
          </p:cNvSpPr>
          <p:nvPr>
            <p:ph type="subTitle" idx="1"/>
          </p:nvPr>
        </p:nvSpPr>
        <p:spPr>
          <a:xfrm>
            <a:off x="0" y="3557281"/>
            <a:ext cx="6640285" cy="3300719"/>
          </a:xfrm>
          <a:gradFill>
            <a:gsLst>
              <a:gs pos="0">
                <a:schemeClr val="bg2">
                  <a:alpha val="0"/>
                </a:schemeClr>
              </a:gs>
              <a:gs pos="50000">
                <a:schemeClr val="bg2">
                  <a:alpha val="60000"/>
                </a:schemeClr>
              </a:gs>
            </a:gsLst>
            <a:lin ang="10800000" scaled="1"/>
          </a:gradFill>
        </p:spPr>
        <p:txBody>
          <a:bodyPr>
            <a:noAutofit/>
          </a:bodyPr>
          <a:lstStyle>
            <a:lvl1pPr marL="548640" indent="0">
              <a:lnSpc>
                <a:spcPct val="200000"/>
              </a:lnSpc>
              <a:buNone/>
              <a:defRPr/>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
        <p:nvSpPr>
          <p:cNvPr id="15" name="Title 1">
            <a:extLst>
              <a:ext uri="{FF2B5EF4-FFF2-40B4-BE49-F238E27FC236}">
                <a16:creationId xmlns:a16="http://schemas.microsoft.com/office/drawing/2014/main" id="{754E1219-253E-4FEF-A576-83857F44BA01}"/>
              </a:ext>
            </a:extLst>
          </p:cNvPr>
          <p:cNvSpPr>
            <a:spLocks noGrp="1"/>
          </p:cNvSpPr>
          <p:nvPr>
            <p:ph type="ctrTitle"/>
          </p:nvPr>
        </p:nvSpPr>
        <p:spPr>
          <a:xfrm>
            <a:off x="0" y="0"/>
            <a:ext cx="6640285" cy="3535509"/>
          </a:xfrm>
          <a:gradFill flip="none" rotWithShape="1">
            <a:gsLst>
              <a:gs pos="0">
                <a:schemeClr val="bg2">
                  <a:alpha val="0"/>
                </a:schemeClr>
              </a:gs>
              <a:gs pos="50000">
                <a:schemeClr val="bg2">
                  <a:alpha val="70000"/>
                </a:schemeClr>
              </a:gs>
            </a:gsLst>
            <a:lin ang="10800000" scaled="1"/>
            <a:tileRect/>
          </a:gradFill>
        </p:spPr>
        <p:txBody>
          <a:bodyPr anchor="b" anchorCtr="0">
            <a:noAutofit/>
          </a:bodyPr>
          <a:lstStyle>
            <a:lvl1pPr marL="548640">
              <a:spcAft>
                <a:spcPts val="1200"/>
              </a:spcAft>
              <a:defRPr sz="6400"/>
            </a:lvl1pPr>
          </a:lstStyle>
          <a:p>
            <a:r>
              <a:rPr lang="en-US"/>
              <a:t>Click to edit Master title style</a:t>
            </a:r>
            <a:endParaRPr lang="en-US" dirty="0"/>
          </a:p>
        </p:txBody>
      </p:sp>
    </p:spTree>
    <p:extLst>
      <p:ext uri="{BB962C8B-B14F-4D97-AF65-F5344CB8AC3E}">
        <p14:creationId xmlns:p14="http://schemas.microsoft.com/office/powerpoint/2010/main" val="2229304515"/>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5_Chart Table Timeline">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noAutofit/>
          </a:bodyPr>
          <a:lstStyle/>
          <a:p>
            <a:r>
              <a:rPr lang="en-US"/>
              <a:t>Tuesday, February 2, 20XX</a:t>
            </a:r>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616071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Quote">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062BF5C-3876-4161-B4FF-14CA94D326C6}"/>
              </a:ext>
            </a:extLst>
          </p:cNvPr>
          <p:cNvSpPr>
            <a:spLocks noGrp="1"/>
          </p:cNvSpPr>
          <p:nvPr>
            <p:ph type="title"/>
          </p:nvPr>
        </p:nvSpPr>
        <p:spPr>
          <a:xfrm>
            <a:off x="550864" y="549275"/>
            <a:ext cx="3566160" cy="3384550"/>
          </a:xfrm>
        </p:spPr>
        <p:txBody>
          <a:bodyPr wrap="square" anchor="b" anchorCtr="0">
            <a:noAutofit/>
          </a:bodyPr>
          <a:lstStyle>
            <a:lvl1pPr>
              <a:defRPr sz="4000"/>
            </a:lvl1pPr>
          </a:lstStyle>
          <a:p>
            <a:r>
              <a:rPr lang="en-US"/>
              <a:t>Click to edit Master title style</a:t>
            </a:r>
            <a:endParaRPr lang="en-US" dirty="0"/>
          </a:p>
        </p:txBody>
      </p:sp>
      <p:grpSp>
        <p:nvGrpSpPr>
          <p:cNvPr id="8" name="Group 7">
            <a:extLst>
              <a:ext uri="{FF2B5EF4-FFF2-40B4-BE49-F238E27FC236}">
                <a16:creationId xmlns:a16="http://schemas.microsoft.com/office/drawing/2014/main" id="{B17C5C60-EC4D-410B-9997-0B73289605FD}"/>
              </a:ext>
              <a:ext uri="{C183D7F6-B498-43B3-948B-1728B52AA6E4}">
                <adec:decorative xmlns:adec="http://schemas.microsoft.com/office/drawing/2017/decorative" val="1"/>
              </a:ext>
            </a:extLst>
          </p:cNvPr>
          <p:cNvGrpSpPr/>
          <p:nvPr userDrawn="1"/>
        </p:nvGrpSpPr>
        <p:grpSpPr>
          <a:xfrm>
            <a:off x="10822156" y="4143453"/>
            <a:ext cx="734257" cy="760506"/>
            <a:chOff x="5243759" y="1363788"/>
            <a:chExt cx="734257" cy="760506"/>
          </a:xfrm>
        </p:grpSpPr>
        <p:sp>
          <p:nvSpPr>
            <p:cNvPr id="9" name="Freeform 5">
              <a:extLst>
                <a:ext uri="{FF2B5EF4-FFF2-40B4-BE49-F238E27FC236}">
                  <a16:creationId xmlns:a16="http://schemas.microsoft.com/office/drawing/2014/main" id="{0573155C-3428-4F4F-AE66-A519D777EAAE}"/>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Freeform 6">
              <a:extLst>
                <a:ext uri="{FF2B5EF4-FFF2-40B4-BE49-F238E27FC236}">
                  <a16:creationId xmlns:a16="http://schemas.microsoft.com/office/drawing/2014/main" id="{1853496C-159E-4D47-94B5-0835FB6511BA}"/>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Freeform 8">
              <a:extLst>
                <a:ext uri="{FF2B5EF4-FFF2-40B4-BE49-F238E27FC236}">
                  <a16:creationId xmlns:a16="http://schemas.microsoft.com/office/drawing/2014/main" id="{CE93E330-715B-44E8-84D9-CE166D428DAB}"/>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2" name="Oval 11">
            <a:extLst>
              <a:ext uri="{FF2B5EF4-FFF2-40B4-BE49-F238E27FC236}">
                <a16:creationId xmlns:a16="http://schemas.microsoft.com/office/drawing/2014/main" id="{80A2FA6F-99B7-4984-A80C-570644889F02}"/>
              </a:ext>
              <a:ext uri="{C183D7F6-B498-43B3-948B-1728B52AA6E4}">
                <adec:decorative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 name="Content Placeholder 16">
            <a:extLst>
              <a:ext uri="{FF2B5EF4-FFF2-40B4-BE49-F238E27FC236}">
                <a16:creationId xmlns:a16="http://schemas.microsoft.com/office/drawing/2014/main" id="{439C8C03-81B3-4DE8-B96A-78258E4467CC}"/>
              </a:ext>
            </a:extLst>
          </p:cNvPr>
          <p:cNvSpPr>
            <a:spLocks noGrp="1"/>
          </p:cNvSpPr>
          <p:nvPr>
            <p:ph sz="quarter" idx="15"/>
          </p:nvPr>
        </p:nvSpPr>
        <p:spPr>
          <a:xfrm>
            <a:off x="550863" y="4097338"/>
            <a:ext cx="3565524" cy="2351087"/>
          </a:xfrm>
        </p:spPr>
        <p:txBody>
          <a:bodyPr>
            <a:noAutofit/>
          </a:bodyPr>
          <a:lstStyle>
            <a:lvl1pPr>
              <a:buNone/>
              <a:defRPr sz="2400"/>
            </a:lvl1pPr>
            <a:lvl2pPr>
              <a:defRPr sz="2000"/>
            </a:lvl2pPr>
            <a:lvl3pPr>
              <a:defRPr sz="2000"/>
            </a:lvl3pPr>
            <a:lvl4pPr>
              <a:defRPr sz="2000"/>
            </a:lvl4pPr>
            <a:lvl5pPr>
              <a:defRPr sz="2000"/>
            </a:lvl5pPr>
          </a:lstStyle>
          <a:p>
            <a:pPr lvl="0"/>
            <a:r>
              <a:rPr lang="en-US"/>
              <a:t>Click to edit Master text styles</a:t>
            </a:r>
          </a:p>
        </p:txBody>
      </p:sp>
      <p:sp>
        <p:nvSpPr>
          <p:cNvPr id="15" name="Picture Placeholder 14">
            <a:extLst>
              <a:ext uri="{FF2B5EF4-FFF2-40B4-BE49-F238E27FC236}">
                <a16:creationId xmlns:a16="http://schemas.microsoft.com/office/drawing/2014/main" id="{C1FBB56D-C8B1-4ED9-A5DB-72BA636DADF3}"/>
              </a:ext>
            </a:extLst>
          </p:cNvPr>
          <p:cNvSpPr>
            <a:spLocks noGrp="1"/>
          </p:cNvSpPr>
          <p:nvPr>
            <p:ph type="pic" sz="quarter" idx="13"/>
          </p:nvPr>
        </p:nvSpPr>
        <p:spPr>
          <a:xfrm>
            <a:off x="5535809" y="65663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a:noAutofit/>
          </a:bodyPr>
          <a:lstStyle/>
          <a:p>
            <a:r>
              <a:rPr lang="en-US"/>
              <a:t>Click icon to add picture</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063087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8_Team">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E38C6F9E-A74F-4F54-9409-B6B93DF8CE78}"/>
              </a:ext>
              <a:ext uri="{C183D7F6-B498-43B3-948B-1728B52AA6E4}">
                <adec:decorative xmlns:adec="http://schemas.microsoft.com/office/drawing/2017/decorative" val="1"/>
              </a:ext>
            </a:extLst>
          </p:cNvPr>
          <p:cNvSpPr/>
          <p:nvPr userDrawn="1"/>
        </p:nvSpPr>
        <p:spPr>
          <a:xfrm>
            <a:off x="0" y="5773729"/>
            <a:ext cx="12192000"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34" name="Oval 33">
            <a:extLst>
              <a:ext uri="{FF2B5EF4-FFF2-40B4-BE49-F238E27FC236}">
                <a16:creationId xmlns:a16="http://schemas.microsoft.com/office/drawing/2014/main" id="{6F0F71C5-78A4-4793-9BD4-3DF0EE3E3EB7}"/>
              </a:ext>
              <a:ext uri="{C183D7F6-B498-43B3-948B-1728B52AA6E4}">
                <adec:decorative xmlns:adec="http://schemas.microsoft.com/office/drawing/2017/decorative" val="1"/>
              </a:ext>
            </a:extLst>
          </p:cNvPr>
          <p:cNvSpPr>
            <a:spLocks noChangeAspect="1"/>
          </p:cNvSpPr>
          <p:nvPr userDrawn="1"/>
        </p:nvSpPr>
        <p:spPr>
          <a:xfrm>
            <a:off x="10288775" y="7626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0" name="Title 5">
            <a:extLst>
              <a:ext uri="{FF2B5EF4-FFF2-40B4-BE49-F238E27FC236}">
                <a16:creationId xmlns:a16="http://schemas.microsoft.com/office/drawing/2014/main" id="{36F60F77-4CC9-4F86-B70A-85012C6588A0}"/>
              </a:ext>
            </a:extLst>
          </p:cNvPr>
          <p:cNvSpPr>
            <a:spLocks noGrp="1"/>
          </p:cNvSpPr>
          <p:nvPr>
            <p:ph type="ctrTitle" hasCustomPrompt="1"/>
          </p:nvPr>
        </p:nvSpPr>
        <p:spPr>
          <a:xfrm>
            <a:off x="548640" y="548640"/>
            <a:ext cx="8281987" cy="1253041"/>
          </a:xfrm>
        </p:spPr>
        <p:txBody>
          <a:bodyPr>
            <a:noAutofit/>
          </a:bodyPr>
          <a:lstStyle/>
          <a:p>
            <a:r>
              <a:rPr lang="en-US" dirty="0"/>
              <a:t>Team</a:t>
            </a:r>
          </a:p>
        </p:txBody>
      </p:sp>
      <p:grpSp>
        <p:nvGrpSpPr>
          <p:cNvPr id="51" name="Group 50">
            <a:extLst>
              <a:ext uri="{FF2B5EF4-FFF2-40B4-BE49-F238E27FC236}">
                <a16:creationId xmlns:a16="http://schemas.microsoft.com/office/drawing/2014/main" id="{E6093F87-C1F6-4FAB-B891-6F7D7FC20751}"/>
              </a:ext>
              <a:ext uri="{C183D7F6-B498-43B3-948B-1728B52AA6E4}">
                <adec:decorative xmlns:adec="http://schemas.microsoft.com/office/drawing/2017/decorative" val="1"/>
              </a:ext>
            </a:extLst>
          </p:cNvPr>
          <p:cNvGrpSpPr/>
          <p:nvPr userDrawn="1"/>
        </p:nvGrpSpPr>
        <p:grpSpPr>
          <a:xfrm>
            <a:off x="1800565" y="4518946"/>
            <a:ext cx="1980001" cy="1363916"/>
            <a:chOff x="4879602" y="3781429"/>
            <a:chExt cx="1980001" cy="1363916"/>
          </a:xfrm>
        </p:grpSpPr>
        <p:sp>
          <p:nvSpPr>
            <p:cNvPr id="52" name="Freeform: Shape 51">
              <a:extLst>
                <a:ext uri="{FF2B5EF4-FFF2-40B4-BE49-F238E27FC236}">
                  <a16:creationId xmlns:a16="http://schemas.microsoft.com/office/drawing/2014/main" id="{E1A4FD5C-1E5B-46D1-BA9D-99928D19AF04}"/>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53" name="Freeform: Shape 52">
              <a:extLst>
                <a:ext uri="{FF2B5EF4-FFF2-40B4-BE49-F238E27FC236}">
                  <a16:creationId xmlns:a16="http://schemas.microsoft.com/office/drawing/2014/main" id="{B7DF0ED5-A971-408F-A055-C7E5D7A623CD}"/>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solidFill>
                  <a:schemeClr val="tx1"/>
                </a:solidFill>
              </a:endParaRPr>
            </a:p>
          </p:txBody>
        </p:sp>
        <p:sp>
          <p:nvSpPr>
            <p:cNvPr id="54" name="Oval 53">
              <a:extLst>
                <a:ext uri="{FF2B5EF4-FFF2-40B4-BE49-F238E27FC236}">
                  <a16:creationId xmlns:a16="http://schemas.microsoft.com/office/drawing/2014/main" id="{AA81F353-4C5B-4A37-9846-2C1E2D0FC25F}"/>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5" name="Oval 54">
              <a:extLst>
                <a:ext uri="{FF2B5EF4-FFF2-40B4-BE49-F238E27FC236}">
                  <a16:creationId xmlns:a16="http://schemas.microsoft.com/office/drawing/2014/main" id="{42B74EA3-11CE-4D3F-99AD-162563447653}"/>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56" name="Picture Placeholder 55">
            <a:extLst>
              <a:ext uri="{FF2B5EF4-FFF2-40B4-BE49-F238E27FC236}">
                <a16:creationId xmlns:a16="http://schemas.microsoft.com/office/drawing/2014/main" id="{8F41896B-6DDA-4F82-9F74-3EBF93A3CD58}"/>
              </a:ext>
            </a:extLst>
          </p:cNvPr>
          <p:cNvSpPr>
            <a:spLocks noGrp="1"/>
          </p:cNvSpPr>
          <p:nvPr>
            <p:ph type="pic" sz="quarter" idx="13"/>
          </p:nvPr>
        </p:nvSpPr>
        <p:spPr>
          <a:xfrm>
            <a:off x="1078992" y="1990724"/>
            <a:ext cx="1691640" cy="1435608"/>
          </a:xfrm>
          <a:solidFill>
            <a:schemeClr val="accent5"/>
          </a:solidFill>
        </p:spPr>
        <p:txBody>
          <a:bodyPr>
            <a:noAutofit/>
          </a:bodyPr>
          <a:lstStyle/>
          <a:p>
            <a:r>
              <a:rPr lang="en-US"/>
              <a:t>Click icon to add picture</a:t>
            </a:r>
          </a:p>
        </p:txBody>
      </p:sp>
      <p:sp>
        <p:nvSpPr>
          <p:cNvPr id="57" name="Picture Placeholder 55">
            <a:extLst>
              <a:ext uri="{FF2B5EF4-FFF2-40B4-BE49-F238E27FC236}">
                <a16:creationId xmlns:a16="http://schemas.microsoft.com/office/drawing/2014/main" id="{EF85499B-C29A-4C8B-922C-7CE4771E352C}"/>
              </a:ext>
            </a:extLst>
          </p:cNvPr>
          <p:cNvSpPr>
            <a:spLocks noGrp="1"/>
          </p:cNvSpPr>
          <p:nvPr>
            <p:ph type="pic" sz="quarter" idx="14"/>
          </p:nvPr>
        </p:nvSpPr>
        <p:spPr>
          <a:xfrm>
            <a:off x="3838384" y="1990724"/>
            <a:ext cx="1691640" cy="1435608"/>
          </a:xfrm>
          <a:solidFill>
            <a:schemeClr val="accent5"/>
          </a:solidFill>
        </p:spPr>
        <p:txBody>
          <a:bodyPr>
            <a:noAutofit/>
          </a:bodyPr>
          <a:lstStyle/>
          <a:p>
            <a:r>
              <a:rPr lang="en-US"/>
              <a:t>Click icon to add picture</a:t>
            </a:r>
          </a:p>
        </p:txBody>
      </p:sp>
      <p:sp>
        <p:nvSpPr>
          <p:cNvPr id="58" name="Picture Placeholder 55">
            <a:extLst>
              <a:ext uri="{FF2B5EF4-FFF2-40B4-BE49-F238E27FC236}">
                <a16:creationId xmlns:a16="http://schemas.microsoft.com/office/drawing/2014/main" id="{F82A1DB8-0AE7-4E17-B07B-FCF45B85EE17}"/>
              </a:ext>
            </a:extLst>
          </p:cNvPr>
          <p:cNvSpPr>
            <a:spLocks noGrp="1"/>
          </p:cNvSpPr>
          <p:nvPr>
            <p:ph type="pic" sz="quarter" idx="15"/>
          </p:nvPr>
        </p:nvSpPr>
        <p:spPr>
          <a:xfrm>
            <a:off x="6661976" y="1993392"/>
            <a:ext cx="1691640" cy="1435608"/>
          </a:xfrm>
          <a:solidFill>
            <a:schemeClr val="accent5"/>
          </a:solidFill>
        </p:spPr>
        <p:txBody>
          <a:bodyPr>
            <a:noAutofit/>
          </a:bodyPr>
          <a:lstStyle/>
          <a:p>
            <a:r>
              <a:rPr lang="en-US"/>
              <a:t>Click icon to add picture</a:t>
            </a:r>
            <a:endParaRPr lang="en-US" dirty="0"/>
          </a:p>
        </p:txBody>
      </p:sp>
      <p:sp>
        <p:nvSpPr>
          <p:cNvPr id="59" name="Picture Placeholder 55">
            <a:extLst>
              <a:ext uri="{FF2B5EF4-FFF2-40B4-BE49-F238E27FC236}">
                <a16:creationId xmlns:a16="http://schemas.microsoft.com/office/drawing/2014/main" id="{A83EEB6C-83B7-471D-B5A4-4071534048D2}"/>
              </a:ext>
            </a:extLst>
          </p:cNvPr>
          <p:cNvSpPr>
            <a:spLocks noGrp="1"/>
          </p:cNvSpPr>
          <p:nvPr>
            <p:ph type="pic" sz="quarter" idx="16"/>
          </p:nvPr>
        </p:nvSpPr>
        <p:spPr>
          <a:xfrm>
            <a:off x="9485568" y="1990724"/>
            <a:ext cx="1691640" cy="1435608"/>
          </a:xfrm>
          <a:solidFill>
            <a:schemeClr val="accent5"/>
          </a:solidFill>
        </p:spPr>
        <p:txBody>
          <a:bodyPr>
            <a:noAutofit/>
          </a:bodyPr>
          <a:lstStyle/>
          <a:p>
            <a:r>
              <a:rPr lang="en-US"/>
              <a:t>Click icon to add picture</a:t>
            </a:r>
          </a:p>
        </p:txBody>
      </p:sp>
      <p:sp>
        <p:nvSpPr>
          <p:cNvPr id="63" name="Text Placeholder 62">
            <a:extLst>
              <a:ext uri="{FF2B5EF4-FFF2-40B4-BE49-F238E27FC236}">
                <a16:creationId xmlns:a16="http://schemas.microsoft.com/office/drawing/2014/main" id="{17A96A8C-F792-485A-9BB9-4DEDCA0CE6B8}"/>
              </a:ext>
            </a:extLst>
          </p:cNvPr>
          <p:cNvSpPr>
            <a:spLocks noGrp="1"/>
          </p:cNvSpPr>
          <p:nvPr>
            <p:ph type="body" sz="quarter" idx="18" hasCustomPrompt="1"/>
          </p:nvPr>
        </p:nvSpPr>
        <p:spPr>
          <a:xfrm>
            <a:off x="1079500" y="3781425"/>
            <a:ext cx="1711325" cy="365760"/>
          </a:xfrm>
        </p:spPr>
        <p:txBody>
          <a:bodyPr>
            <a:noAutofit/>
          </a:bodyPr>
          <a:lstStyle>
            <a:lvl1pPr>
              <a:buNone/>
              <a:defRPr sz="2000" b="1"/>
            </a:lvl1pPr>
          </a:lstStyle>
          <a:p>
            <a:pPr lvl="0"/>
            <a:r>
              <a:rPr lang="en-US" dirty="0"/>
              <a:t>Name</a:t>
            </a:r>
          </a:p>
        </p:txBody>
      </p:sp>
      <p:sp>
        <p:nvSpPr>
          <p:cNvPr id="61" name="Text Placeholder 60">
            <a:extLst>
              <a:ext uri="{FF2B5EF4-FFF2-40B4-BE49-F238E27FC236}">
                <a16:creationId xmlns:a16="http://schemas.microsoft.com/office/drawing/2014/main" id="{6C65AE07-519E-4E3B-8521-621C8343914D}"/>
              </a:ext>
            </a:extLst>
          </p:cNvPr>
          <p:cNvSpPr>
            <a:spLocks noGrp="1"/>
          </p:cNvSpPr>
          <p:nvPr>
            <p:ph type="body" sz="quarter" idx="17" hasCustomPrompt="1"/>
          </p:nvPr>
        </p:nvSpPr>
        <p:spPr>
          <a:xfrm>
            <a:off x="1078733" y="4232949"/>
            <a:ext cx="1711572" cy="638175"/>
          </a:xfrm>
        </p:spPr>
        <p:txBody>
          <a:bodyPr>
            <a:noAutofit/>
          </a:bodyPr>
          <a:lstStyle>
            <a:lvl1pPr>
              <a:buNone/>
              <a:defRPr sz="1800"/>
            </a:lvl1pPr>
          </a:lstStyle>
          <a:p>
            <a:pPr lvl="0"/>
            <a:r>
              <a:rPr lang="en-US" dirty="0"/>
              <a:t>Title</a:t>
            </a:r>
          </a:p>
        </p:txBody>
      </p:sp>
      <p:sp>
        <p:nvSpPr>
          <p:cNvPr id="65" name="Text Placeholder 62">
            <a:extLst>
              <a:ext uri="{FF2B5EF4-FFF2-40B4-BE49-F238E27FC236}">
                <a16:creationId xmlns:a16="http://schemas.microsoft.com/office/drawing/2014/main" id="{FB878318-C287-428B-8105-429BC4B03F55}"/>
              </a:ext>
            </a:extLst>
          </p:cNvPr>
          <p:cNvSpPr>
            <a:spLocks noGrp="1"/>
          </p:cNvSpPr>
          <p:nvPr>
            <p:ph type="body" sz="quarter" idx="20" hasCustomPrompt="1"/>
          </p:nvPr>
        </p:nvSpPr>
        <p:spPr>
          <a:xfrm>
            <a:off x="3839151" y="3781425"/>
            <a:ext cx="1711325" cy="365760"/>
          </a:xfrm>
        </p:spPr>
        <p:txBody>
          <a:bodyPr>
            <a:noAutofit/>
          </a:bodyPr>
          <a:lstStyle>
            <a:lvl1pPr>
              <a:buNone/>
              <a:defRPr sz="2000" b="1"/>
            </a:lvl1pPr>
          </a:lstStyle>
          <a:p>
            <a:pPr lvl="0"/>
            <a:r>
              <a:rPr lang="en-US" dirty="0"/>
              <a:t>Name</a:t>
            </a:r>
          </a:p>
        </p:txBody>
      </p:sp>
      <p:sp>
        <p:nvSpPr>
          <p:cNvPr id="64" name="Text Placeholder 60">
            <a:extLst>
              <a:ext uri="{FF2B5EF4-FFF2-40B4-BE49-F238E27FC236}">
                <a16:creationId xmlns:a16="http://schemas.microsoft.com/office/drawing/2014/main" id="{1465E516-2CEF-4F9E-9375-7D41DCFCBB41}"/>
              </a:ext>
            </a:extLst>
          </p:cNvPr>
          <p:cNvSpPr>
            <a:spLocks noGrp="1"/>
          </p:cNvSpPr>
          <p:nvPr>
            <p:ph type="body" sz="quarter" idx="19" hasCustomPrompt="1"/>
          </p:nvPr>
        </p:nvSpPr>
        <p:spPr>
          <a:xfrm>
            <a:off x="3838384" y="4232949"/>
            <a:ext cx="1711572" cy="638175"/>
          </a:xfrm>
        </p:spPr>
        <p:txBody>
          <a:bodyPr>
            <a:noAutofit/>
          </a:bodyPr>
          <a:lstStyle>
            <a:lvl1pPr>
              <a:buNone/>
              <a:defRPr sz="1800"/>
            </a:lvl1pPr>
          </a:lstStyle>
          <a:p>
            <a:pPr lvl="0"/>
            <a:r>
              <a:rPr lang="en-US" dirty="0"/>
              <a:t>Title</a:t>
            </a:r>
          </a:p>
        </p:txBody>
      </p:sp>
      <p:sp>
        <p:nvSpPr>
          <p:cNvPr id="67" name="Text Placeholder 62">
            <a:extLst>
              <a:ext uri="{FF2B5EF4-FFF2-40B4-BE49-F238E27FC236}">
                <a16:creationId xmlns:a16="http://schemas.microsoft.com/office/drawing/2014/main" id="{FE012CE3-36AA-4016-A88E-27BCFFEFD69F}"/>
              </a:ext>
            </a:extLst>
          </p:cNvPr>
          <p:cNvSpPr>
            <a:spLocks noGrp="1"/>
          </p:cNvSpPr>
          <p:nvPr>
            <p:ph type="body" sz="quarter" idx="22" hasCustomPrompt="1"/>
          </p:nvPr>
        </p:nvSpPr>
        <p:spPr>
          <a:xfrm>
            <a:off x="6662743" y="3781425"/>
            <a:ext cx="1711325" cy="365760"/>
          </a:xfrm>
        </p:spPr>
        <p:txBody>
          <a:bodyPr>
            <a:noAutofit/>
          </a:bodyPr>
          <a:lstStyle>
            <a:lvl1pPr>
              <a:buNone/>
              <a:defRPr sz="2000" b="1"/>
            </a:lvl1pPr>
          </a:lstStyle>
          <a:p>
            <a:pPr lvl="0"/>
            <a:r>
              <a:rPr lang="en-US" dirty="0"/>
              <a:t>Name</a:t>
            </a:r>
          </a:p>
        </p:txBody>
      </p:sp>
      <p:sp>
        <p:nvSpPr>
          <p:cNvPr id="66" name="Text Placeholder 60">
            <a:extLst>
              <a:ext uri="{FF2B5EF4-FFF2-40B4-BE49-F238E27FC236}">
                <a16:creationId xmlns:a16="http://schemas.microsoft.com/office/drawing/2014/main" id="{8D5671AF-0137-4226-8A84-2784817E519C}"/>
              </a:ext>
            </a:extLst>
          </p:cNvPr>
          <p:cNvSpPr>
            <a:spLocks noGrp="1"/>
          </p:cNvSpPr>
          <p:nvPr>
            <p:ph type="body" sz="quarter" idx="21" hasCustomPrompt="1"/>
          </p:nvPr>
        </p:nvSpPr>
        <p:spPr>
          <a:xfrm>
            <a:off x="6661976" y="4232949"/>
            <a:ext cx="1711572" cy="638175"/>
          </a:xfrm>
        </p:spPr>
        <p:txBody>
          <a:bodyPr>
            <a:noAutofit/>
          </a:bodyPr>
          <a:lstStyle>
            <a:lvl1pPr>
              <a:buNone/>
              <a:defRPr sz="1800"/>
            </a:lvl1pPr>
          </a:lstStyle>
          <a:p>
            <a:pPr lvl="0"/>
            <a:r>
              <a:rPr lang="en-US" dirty="0"/>
              <a:t>Title</a:t>
            </a:r>
          </a:p>
        </p:txBody>
      </p:sp>
      <p:sp>
        <p:nvSpPr>
          <p:cNvPr id="69" name="Text Placeholder 62">
            <a:extLst>
              <a:ext uri="{FF2B5EF4-FFF2-40B4-BE49-F238E27FC236}">
                <a16:creationId xmlns:a16="http://schemas.microsoft.com/office/drawing/2014/main" id="{DA1587F0-23BF-4FB8-B06C-2B0AA928E931}"/>
              </a:ext>
            </a:extLst>
          </p:cNvPr>
          <p:cNvSpPr>
            <a:spLocks noGrp="1"/>
          </p:cNvSpPr>
          <p:nvPr>
            <p:ph type="body" sz="quarter" idx="24" hasCustomPrompt="1"/>
          </p:nvPr>
        </p:nvSpPr>
        <p:spPr>
          <a:xfrm>
            <a:off x="9433112" y="3787288"/>
            <a:ext cx="1711325" cy="365760"/>
          </a:xfrm>
        </p:spPr>
        <p:txBody>
          <a:bodyPr>
            <a:noAutofit/>
          </a:bodyPr>
          <a:lstStyle>
            <a:lvl1pPr>
              <a:buNone/>
              <a:defRPr sz="2000" b="1"/>
            </a:lvl1pPr>
          </a:lstStyle>
          <a:p>
            <a:pPr lvl="0"/>
            <a:r>
              <a:rPr lang="en-US" dirty="0"/>
              <a:t>Name</a:t>
            </a:r>
          </a:p>
        </p:txBody>
      </p:sp>
      <p:sp>
        <p:nvSpPr>
          <p:cNvPr id="68" name="Text Placeholder 60">
            <a:extLst>
              <a:ext uri="{FF2B5EF4-FFF2-40B4-BE49-F238E27FC236}">
                <a16:creationId xmlns:a16="http://schemas.microsoft.com/office/drawing/2014/main" id="{565C0B22-B5E7-44BB-A17C-7FB5BB5D82BB}"/>
              </a:ext>
            </a:extLst>
          </p:cNvPr>
          <p:cNvSpPr>
            <a:spLocks noGrp="1"/>
          </p:cNvSpPr>
          <p:nvPr>
            <p:ph type="body" sz="quarter" idx="23" hasCustomPrompt="1"/>
          </p:nvPr>
        </p:nvSpPr>
        <p:spPr>
          <a:xfrm>
            <a:off x="9432345" y="4238812"/>
            <a:ext cx="1711572" cy="638175"/>
          </a:xfrm>
        </p:spPr>
        <p:txBody>
          <a:bodyPr>
            <a:noAutofit/>
          </a:bodyPr>
          <a:lstStyle>
            <a:lvl1pPr>
              <a:buNone/>
              <a:defRPr sz="1800"/>
            </a:lvl1pPr>
          </a:lstStyle>
          <a:p>
            <a:pPr lvl="0"/>
            <a:r>
              <a:rPr lang="en-US" dirty="0"/>
              <a:t>Title</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noAutofit/>
          </a:bodyPr>
          <a:lstStyle/>
          <a:p>
            <a:r>
              <a:rPr lang="en-US"/>
              <a:t>Tuesday, February 2, 20XX</a:t>
            </a:r>
            <a:endParaRPr lang="en-US" dirty="0"/>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7157769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10_Content 2 column (comparison slide)">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n-US" sz="48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731375"/>
            <a:ext cx="5437186" cy="535354"/>
          </a:xfrm>
        </p:spPr>
        <p:txBody>
          <a:bodyPr anchor="b">
            <a:no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427370"/>
            <a:ext cx="5429114" cy="3515555"/>
          </a:xfrm>
        </p:spPr>
        <p:txBody>
          <a:bodyPr>
            <a:noAutofit/>
          </a:bodyPr>
          <a:lstStyle>
            <a:lvl1pPr>
              <a:defRPr sz="24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731375"/>
            <a:ext cx="5436392" cy="535354"/>
          </a:xfrm>
        </p:spPr>
        <p:txBody>
          <a:bodyPr vert="horz" wrap="square" lIns="0" tIns="0" rIns="0" bIns="0" rtlCol="0" anchor="b">
            <a:noAutofit/>
          </a:bodyPr>
          <a:lstStyle>
            <a:lvl1pPr>
              <a:buNone/>
              <a:defRPr lang="en-US" sz="1400" b="0" cap="all" spc="200" baseline="0" dirty="0">
                <a:solidFill>
                  <a:schemeClr val="tx1"/>
                </a:solidFill>
              </a:defRPr>
            </a:lvl1pPr>
          </a:lstStyle>
          <a:p>
            <a:pPr marL="228600" lvl="0" indent="-228600"/>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427370"/>
            <a:ext cx="5436391" cy="3515555"/>
          </a:xfrm>
        </p:spPr>
        <p:txBody>
          <a:bodyPr>
            <a:noAutofit/>
          </a:bodyPr>
          <a:lstStyle>
            <a:lvl1pPr>
              <a:defRPr sz="24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noAutofit/>
          </a:bodyPr>
          <a:lstStyle/>
          <a:p>
            <a:r>
              <a:rPr lang="en-US"/>
              <a:t>Tuesday, February 2, 20XX</a:t>
            </a:r>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6703923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p:nvPr/>
        </p:nvGrpSpPr>
        <p:grpSpPr>
          <a:xfrm>
            <a:off x="137931" y="5260967"/>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19" name="Freeform: Shape 18">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ChangeAspect="1"/>
          </p:cNvSpPr>
          <p:nvPr/>
        </p:nvSpPr>
        <p:spPr>
          <a:xfrm rot="2700000">
            <a:off x="10834944" y="17126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p:nvPr/>
        </p:nvSpPr>
        <p:spPr>
          <a:xfrm rot="8100000">
            <a:off x="10849344" y="51834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Title 1">
            <a:extLst>
              <a:ext uri="{FF2B5EF4-FFF2-40B4-BE49-F238E27FC236}">
                <a16:creationId xmlns:a16="http://schemas.microsoft.com/office/drawing/2014/main" id="{EBCCE83C-72C8-4181-8D03-7CFB23A6FF2D}"/>
              </a:ext>
            </a:extLst>
          </p:cNvPr>
          <p:cNvSpPr>
            <a:spLocks noGrp="1"/>
          </p:cNvSpPr>
          <p:nvPr>
            <p:ph type="title"/>
          </p:nvPr>
        </p:nvSpPr>
        <p:spPr>
          <a:xfrm>
            <a:off x="550862" y="549275"/>
            <a:ext cx="11097551" cy="1332000"/>
          </a:xfrm>
        </p:spPr>
        <p:txBody>
          <a:bodyPr vert="horz" wrap="square" lIns="0" tIns="0" rIns="0" bIns="0" rtlCol="0" anchor="t" anchorCtr="0">
            <a:noAutofit/>
          </a:bodyPr>
          <a:lstStyle>
            <a:lvl1pPr>
              <a:defRPr lang="en-US" sz="4800" dirty="0"/>
            </a:lvl1pPr>
          </a:lstStyle>
          <a:p>
            <a:pPr lvl="0">
              <a:lnSpc>
                <a:spcPct val="100000"/>
              </a:lnSpc>
            </a:pPr>
            <a:r>
              <a:rPr lang="en-US"/>
              <a:t>Click to edit Master title style</a:t>
            </a:r>
            <a:endParaRPr lang="en-US" dirty="0"/>
          </a:p>
        </p:txBody>
      </p:sp>
      <p:sp>
        <p:nvSpPr>
          <p:cNvPr id="16" name="Text Placeholder 2">
            <a:extLst>
              <a:ext uri="{FF2B5EF4-FFF2-40B4-BE49-F238E27FC236}">
                <a16:creationId xmlns:a16="http://schemas.microsoft.com/office/drawing/2014/main" id="{C6FCDFCC-38D1-43A4-918F-491DBA6B2CF6}"/>
              </a:ext>
            </a:extLst>
          </p:cNvPr>
          <p:cNvSpPr>
            <a:spLocks noGrp="1"/>
          </p:cNvSpPr>
          <p:nvPr>
            <p:ph type="body" idx="1"/>
          </p:nvPr>
        </p:nvSpPr>
        <p:spPr>
          <a:xfrm>
            <a:off x="550864" y="1731375"/>
            <a:ext cx="3563936" cy="535354"/>
          </a:xfrm>
        </p:spPr>
        <p:txBody>
          <a:bodyPr anchor="b">
            <a:noAutofit/>
          </a:bodyPr>
          <a:lstStyle>
            <a:lvl1pPr marL="0" indent="0">
              <a:buNone/>
              <a:defRPr sz="20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3">
            <a:extLst>
              <a:ext uri="{FF2B5EF4-FFF2-40B4-BE49-F238E27FC236}">
                <a16:creationId xmlns:a16="http://schemas.microsoft.com/office/drawing/2014/main" id="{8A9CB740-8581-4D62-8481-7ECBBEDA7219}"/>
              </a:ext>
            </a:extLst>
          </p:cNvPr>
          <p:cNvSpPr>
            <a:spLocks noGrp="1"/>
          </p:cNvSpPr>
          <p:nvPr>
            <p:ph sz="half" idx="2"/>
          </p:nvPr>
        </p:nvSpPr>
        <p:spPr>
          <a:xfrm>
            <a:off x="559476" y="2432304"/>
            <a:ext cx="3563936" cy="3515555"/>
          </a:xfrm>
        </p:spPr>
        <p:txBody>
          <a:bodyPr>
            <a:noAutofit/>
          </a:bodyPr>
          <a:lstStyle>
            <a:lvl1pPr>
              <a:defRPr sz="1800"/>
            </a:lvl1pPr>
            <a:lvl2pPr>
              <a:defRPr sz="1800"/>
            </a:lvl2pPr>
            <a:lvl3pPr>
              <a:defRPr sz="18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4">
            <a:extLst>
              <a:ext uri="{FF2B5EF4-FFF2-40B4-BE49-F238E27FC236}">
                <a16:creationId xmlns:a16="http://schemas.microsoft.com/office/drawing/2014/main" id="{AB16E493-D962-46EC-BBB8-D7E68A640438}"/>
              </a:ext>
            </a:extLst>
          </p:cNvPr>
          <p:cNvSpPr>
            <a:spLocks noGrp="1"/>
          </p:cNvSpPr>
          <p:nvPr>
            <p:ph type="body" sz="quarter" idx="13"/>
          </p:nvPr>
        </p:nvSpPr>
        <p:spPr>
          <a:xfrm>
            <a:off x="4341573"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a:t>Click to edit Master text styles</a:t>
            </a:r>
          </a:p>
        </p:txBody>
      </p:sp>
      <p:sp>
        <p:nvSpPr>
          <p:cNvPr id="23" name="Content Placeholder 5">
            <a:extLst>
              <a:ext uri="{FF2B5EF4-FFF2-40B4-BE49-F238E27FC236}">
                <a16:creationId xmlns:a16="http://schemas.microsoft.com/office/drawing/2014/main" id="{88CC7C67-1BA6-42A6-B9D3-8EDF70A3DB38}"/>
              </a:ext>
            </a:extLst>
          </p:cNvPr>
          <p:cNvSpPr>
            <a:spLocks noGrp="1"/>
          </p:cNvSpPr>
          <p:nvPr>
            <p:ph sz="quarter" idx="14"/>
          </p:nvPr>
        </p:nvSpPr>
        <p:spPr>
          <a:xfrm>
            <a:off x="4341573" y="2427370"/>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4">
            <a:extLst>
              <a:ext uri="{FF2B5EF4-FFF2-40B4-BE49-F238E27FC236}">
                <a16:creationId xmlns:a16="http://schemas.microsoft.com/office/drawing/2014/main" id="{C17092A6-D0E6-4EF2-B3B8-AE35438D4D77}"/>
              </a:ext>
            </a:extLst>
          </p:cNvPr>
          <p:cNvSpPr>
            <a:spLocks noGrp="1"/>
          </p:cNvSpPr>
          <p:nvPr>
            <p:ph type="body" sz="quarter" idx="3" hasCustomPrompt="1"/>
          </p:nvPr>
        </p:nvSpPr>
        <p:spPr>
          <a:xfrm>
            <a:off x="8139659" y="1731375"/>
            <a:ext cx="3566160" cy="535354"/>
          </a:xfrm>
        </p:spPr>
        <p:txBody>
          <a:bodyPr vert="horz" wrap="square" lIns="0" tIns="0" rIns="0" bIns="0" rtlCol="0" anchor="b">
            <a:noAutofit/>
          </a:bodyPr>
          <a:lstStyle>
            <a:lvl1pPr>
              <a:buNone/>
              <a:defRPr lang="en-US" sz="2000" b="0" cap="all" spc="200" baseline="0" dirty="0">
                <a:solidFill>
                  <a:schemeClr val="tx1"/>
                </a:solidFill>
              </a:defRPr>
            </a:lvl1pPr>
          </a:lstStyle>
          <a:p>
            <a:pPr marL="228600" lvl="0" indent="-228600"/>
            <a:r>
              <a:rPr lang="en-US" dirty="0"/>
              <a:t>Click to EDIT</a:t>
            </a:r>
          </a:p>
        </p:txBody>
      </p:sp>
      <p:sp>
        <p:nvSpPr>
          <p:cNvPr id="21" name="Content Placeholder 5">
            <a:extLst>
              <a:ext uri="{FF2B5EF4-FFF2-40B4-BE49-F238E27FC236}">
                <a16:creationId xmlns:a16="http://schemas.microsoft.com/office/drawing/2014/main" id="{4534254A-2561-400F-87CB-18A8D3538124}"/>
              </a:ext>
            </a:extLst>
          </p:cNvPr>
          <p:cNvSpPr>
            <a:spLocks noGrp="1"/>
          </p:cNvSpPr>
          <p:nvPr>
            <p:ph sz="quarter" idx="4"/>
          </p:nvPr>
        </p:nvSpPr>
        <p:spPr>
          <a:xfrm>
            <a:off x="8139659" y="2427370"/>
            <a:ext cx="3508755" cy="3515555"/>
          </a:xfrm>
        </p:spPr>
        <p:txBody>
          <a:bodyPr>
            <a:noAutofit/>
          </a:bodyPr>
          <a:lstStyle>
            <a:lvl1pPr>
              <a:defRPr sz="1700"/>
            </a:lvl1pPr>
            <a:lvl2pPr>
              <a:defRPr sz="1700"/>
            </a:lvl2pPr>
            <a:lvl3pPr>
              <a:defRPr sz="1700"/>
            </a:lvl3pPr>
            <a:lvl4pPr>
              <a:defRPr sz="1700"/>
            </a:lvl4pPr>
            <a:lvl5pPr>
              <a:defRPr sz="17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noAutofit/>
          </a:bodyPr>
          <a:lstStyle/>
          <a:p>
            <a:r>
              <a:rPr lang="en-US"/>
              <a:t>Tuesday, February 2, 20XX</a:t>
            </a:r>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22852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2_Summary">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E949202B-67AE-417A-A336-DF5257FFDCF0}"/>
              </a:ext>
            </a:extLst>
          </p:cNvPr>
          <p:cNvSpPr>
            <a:spLocks noGrp="1"/>
          </p:cNvSpPr>
          <p:nvPr>
            <p:ph type="title"/>
          </p:nvPr>
        </p:nvSpPr>
        <p:spPr>
          <a:xfrm>
            <a:off x="550863" y="4508500"/>
            <a:ext cx="4500562" cy="1562959"/>
          </a:xfrm>
        </p:spPr>
        <p:txBody>
          <a:bodyPr wrap="square" anchor="t" anchorCtr="0">
            <a:noAutofit/>
          </a:bodyPr>
          <a:lstStyle/>
          <a:p>
            <a:r>
              <a:rPr lang="en-US"/>
              <a:t>Click to edit Master title style</a:t>
            </a:r>
          </a:p>
        </p:txBody>
      </p:sp>
      <p:sp>
        <p:nvSpPr>
          <p:cNvPr id="10" name="Picture Placeholder 9">
            <a:extLst>
              <a:ext uri="{FF2B5EF4-FFF2-40B4-BE49-F238E27FC236}">
                <a16:creationId xmlns:a16="http://schemas.microsoft.com/office/drawing/2014/main" id="{1786D546-2834-435F-950F-DCEFE654B3B1}"/>
              </a:ext>
            </a:extLst>
          </p:cNvPr>
          <p:cNvSpPr>
            <a:spLocks noGrp="1"/>
          </p:cNvSpPr>
          <p:nvPr>
            <p:ph type="pic" sz="quarter" idx="13"/>
          </p:nvPr>
        </p:nvSpPr>
        <p:spPr>
          <a:xfrm>
            <a:off x="0" y="0"/>
            <a:ext cx="12192000" cy="3776472"/>
          </a:xfrm>
          <a:solidFill>
            <a:schemeClr val="accent5"/>
          </a:solidFill>
        </p:spPr>
        <p:txBody>
          <a:bodyPr>
            <a:noAutofit/>
          </a:bodyPr>
          <a:lstStyle/>
          <a:p>
            <a:r>
              <a:rPr lang="en-US"/>
              <a:t>Click icon to add picture</a:t>
            </a:r>
          </a:p>
        </p:txBody>
      </p:sp>
      <p:sp>
        <p:nvSpPr>
          <p:cNvPr id="7" name="Content Placeholder 6">
            <a:extLst>
              <a:ext uri="{FF2B5EF4-FFF2-40B4-BE49-F238E27FC236}">
                <a16:creationId xmlns:a16="http://schemas.microsoft.com/office/drawing/2014/main" id="{3BD763BD-EAC5-4DB8-81AF-9743BB6A9576}"/>
              </a:ext>
            </a:extLst>
          </p:cNvPr>
          <p:cNvSpPr>
            <a:spLocks noGrp="1"/>
          </p:cNvSpPr>
          <p:nvPr>
            <p:ph sz="quarter" idx="15"/>
          </p:nvPr>
        </p:nvSpPr>
        <p:spPr>
          <a:xfrm>
            <a:off x="5262411" y="4508500"/>
            <a:ext cx="6221412" cy="1563688"/>
          </a:xfrm>
        </p:spPr>
        <p:txBody>
          <a:bodyPr>
            <a:noAutofit/>
          </a:bodyPr>
          <a:lstStyle>
            <a:lvl1pPr marL="0" indent="0">
              <a:buNone/>
              <a:defRPr sz="2000"/>
            </a:lvl1pPr>
            <a:lvl2pPr>
              <a:buNone/>
              <a:defRPr sz="1900"/>
            </a:lvl2pPr>
            <a:lvl3pPr>
              <a:buNone/>
              <a:defRPr sz="1900"/>
            </a:lvl3pPr>
            <a:lvl4pPr>
              <a:buNone/>
              <a:defRPr sz="1900"/>
            </a:lvl4pPr>
            <a:lvl5pPr>
              <a:buNone/>
              <a:defRPr sz="1900"/>
            </a:lvl5pPr>
          </a:lstStyle>
          <a:p>
            <a:pPr lvl="0"/>
            <a:r>
              <a:rPr lang="en-US"/>
              <a:t>Click to edit Master text styles</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8" name="Oval 7">
            <a:extLst>
              <a:ext uri="{FF2B5EF4-FFF2-40B4-BE49-F238E27FC236}">
                <a16:creationId xmlns:a16="http://schemas.microsoft.com/office/drawing/2014/main" id="{446AF837-10C6-44A5-B8D6-960A57487B43}"/>
              </a:ext>
              <a:ext uri="{C183D7F6-B498-43B3-948B-1728B52AA6E4}">
                <adec:decorative xmlns:adec="http://schemas.microsoft.com/office/drawing/2017/decorative" val="1"/>
              </a:ext>
            </a:extLst>
          </p:cNvPr>
          <p:cNvSpPr>
            <a:spLocks noChangeAspect="1"/>
          </p:cNvSpPr>
          <p:nvPr userDrawn="1"/>
        </p:nvSpPr>
        <p:spPr>
          <a:xfrm>
            <a:off x="1225773" y="38522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4254770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3_Closing">
    <p:spTree>
      <p:nvGrpSpPr>
        <p:cNvPr id="1" name=""/>
        <p:cNvGrpSpPr/>
        <p:nvPr/>
      </p:nvGrpSpPr>
      <p:grpSpPr>
        <a:xfrm>
          <a:off x="0" y="0"/>
          <a:ext cx="0" cy="0"/>
          <a:chOff x="0" y="0"/>
          <a:chExt cx="0" cy="0"/>
        </a:xfrm>
      </p:grpSpPr>
      <p:sp>
        <p:nvSpPr>
          <p:cNvPr id="28" name="Title 1">
            <a:extLst>
              <a:ext uri="{FF2B5EF4-FFF2-40B4-BE49-F238E27FC236}">
                <a16:creationId xmlns:a16="http://schemas.microsoft.com/office/drawing/2014/main" id="{97246E34-E6EE-4BF3-A0D3-A20868B5A594}"/>
              </a:ext>
            </a:extLst>
          </p:cNvPr>
          <p:cNvSpPr>
            <a:spLocks noGrp="1"/>
          </p:cNvSpPr>
          <p:nvPr>
            <p:ph type="ctrTitle"/>
          </p:nvPr>
        </p:nvSpPr>
        <p:spPr>
          <a:xfrm>
            <a:off x="550863" y="549275"/>
            <a:ext cx="5437187" cy="2986234"/>
          </a:xfrm>
        </p:spPr>
        <p:txBody>
          <a:bodyPr anchor="b" anchorCtr="0">
            <a:noAutofit/>
          </a:bodyPr>
          <a:lstStyle/>
          <a:p>
            <a:r>
              <a:rPr lang="en-US"/>
              <a:t>Click to edit Master title style</a:t>
            </a:r>
            <a:endParaRPr lang="en-US" dirty="0"/>
          </a:p>
        </p:txBody>
      </p:sp>
      <p:sp>
        <p:nvSpPr>
          <p:cNvPr id="31" name="Subtitle 2">
            <a:extLst>
              <a:ext uri="{FF2B5EF4-FFF2-40B4-BE49-F238E27FC236}">
                <a16:creationId xmlns:a16="http://schemas.microsoft.com/office/drawing/2014/main" id="{45BE5FFB-47D1-4474-B6CA-C3C936DF285E}"/>
              </a:ext>
            </a:extLst>
          </p:cNvPr>
          <p:cNvSpPr>
            <a:spLocks noGrp="1"/>
          </p:cNvSpPr>
          <p:nvPr>
            <p:ph type="subTitle" idx="1"/>
          </p:nvPr>
        </p:nvSpPr>
        <p:spPr>
          <a:xfrm>
            <a:off x="550863" y="3827610"/>
            <a:ext cx="5437187" cy="2265216"/>
          </a:xfrm>
        </p:spPr>
        <p:txBody>
          <a:bodyPr>
            <a:noAutofit/>
          </a:bodyPr>
          <a:lstStyle>
            <a:lvl1pPr>
              <a:buNone/>
              <a:defRPr sz="2400"/>
            </a:lvl1pPr>
          </a:lstStyle>
          <a:p>
            <a:r>
              <a:rPr lang="en-US">
                <a:solidFill>
                  <a:schemeClr val="tx1">
                    <a:alpha val="60000"/>
                  </a:schemeClr>
                </a:solidFill>
              </a:rPr>
              <a:t>Click to edit Master subtitle style</a:t>
            </a:r>
            <a:endParaRPr lang="en-US" dirty="0">
              <a:solidFill>
                <a:schemeClr val="tx1">
                  <a:alpha val="60000"/>
                </a:schemeClr>
              </a:solidFill>
            </a:endParaRPr>
          </a:p>
        </p:txBody>
      </p:sp>
      <p:sp>
        <p:nvSpPr>
          <p:cNvPr id="40" name="Picture Placeholder 39">
            <a:extLst>
              <a:ext uri="{FF2B5EF4-FFF2-40B4-BE49-F238E27FC236}">
                <a16:creationId xmlns:a16="http://schemas.microsoft.com/office/drawing/2014/main" id="{008D9209-1A62-4AC3-BF92-94348A9BC06B}"/>
              </a:ext>
            </a:extLst>
          </p:cNvPr>
          <p:cNvSpPr>
            <a:spLocks noGrp="1"/>
          </p:cNvSpPr>
          <p:nvPr>
            <p:ph type="pic" sz="quarter" idx="15"/>
          </p:nvPr>
        </p:nvSpPr>
        <p:spPr>
          <a:xfrm>
            <a:off x="6556248" y="548640"/>
            <a:ext cx="5084064" cy="2880360"/>
          </a:xfrm>
          <a:solidFill>
            <a:schemeClr val="accent5"/>
          </a:solidFill>
        </p:spPr>
        <p:txBody>
          <a:bodyPr>
            <a:noAutofit/>
          </a:bodyPr>
          <a:lstStyle/>
          <a:p>
            <a:r>
              <a:rPr lang="en-US"/>
              <a:t>Click icon to add picture</a:t>
            </a:r>
            <a:endParaRPr lang="en-US" dirty="0"/>
          </a:p>
        </p:txBody>
      </p:sp>
      <p:sp>
        <p:nvSpPr>
          <p:cNvPr id="42" name="Picture Placeholder 41">
            <a:extLst>
              <a:ext uri="{FF2B5EF4-FFF2-40B4-BE49-F238E27FC236}">
                <a16:creationId xmlns:a16="http://schemas.microsoft.com/office/drawing/2014/main" id="{FADBFB6B-1787-4549-91B6-D748C66B13C6}"/>
              </a:ext>
            </a:extLst>
          </p:cNvPr>
          <p:cNvSpPr>
            <a:spLocks noGrp="1"/>
          </p:cNvSpPr>
          <p:nvPr>
            <p:ph type="pic" sz="quarter" idx="16"/>
          </p:nvPr>
        </p:nvSpPr>
        <p:spPr>
          <a:xfrm>
            <a:off x="6556248" y="3429000"/>
            <a:ext cx="5084064" cy="2880360"/>
          </a:xfrm>
          <a:solidFill>
            <a:schemeClr val="accent5"/>
          </a:solidFill>
        </p:spPr>
        <p:txBody>
          <a:bodyPr>
            <a:noAutofit/>
          </a:bodyPr>
          <a:lstStyle/>
          <a:p>
            <a:r>
              <a:rPr lang="en-US"/>
              <a:t>Click icon to add picture</a:t>
            </a:r>
          </a:p>
        </p:txBody>
      </p:sp>
      <p:grpSp>
        <p:nvGrpSpPr>
          <p:cNvPr id="43" name="Group 42">
            <a:extLst>
              <a:ext uri="{FF2B5EF4-FFF2-40B4-BE49-F238E27FC236}">
                <a16:creationId xmlns:a16="http://schemas.microsoft.com/office/drawing/2014/main" id="{06966E3E-9B30-4375-AC9A-23256CC87D25}"/>
              </a:ext>
              <a:ext uri="{C183D7F6-B498-43B3-948B-1728B52AA6E4}">
                <adec:decorative xmlns:adec="http://schemas.microsoft.com/office/drawing/2017/decorative" val="1"/>
              </a:ext>
            </a:extLst>
          </p:cNvPr>
          <p:cNvGrpSpPr/>
          <p:nvPr userDrawn="1"/>
        </p:nvGrpSpPr>
        <p:grpSpPr>
          <a:xfrm>
            <a:off x="11161347" y="125399"/>
            <a:ext cx="1404698" cy="1155641"/>
            <a:chOff x="11161347" y="125399"/>
            <a:chExt cx="1404698" cy="1155641"/>
          </a:xfrm>
        </p:grpSpPr>
        <p:sp>
          <p:nvSpPr>
            <p:cNvPr id="44" name="Freeform: Shape 43">
              <a:extLst>
                <a:ext uri="{FF2B5EF4-FFF2-40B4-BE49-F238E27FC236}">
                  <a16:creationId xmlns:a16="http://schemas.microsoft.com/office/drawing/2014/main" id="{4EBBC5A2-A37E-47DF-9230-9A75067F1883}"/>
                </a:ext>
              </a:extLst>
            </p:cNvPr>
            <p:cNvSpPr>
              <a:spLocks noChangeAspect="1"/>
            </p:cNvSpPr>
            <p:nvPr/>
          </p:nvSpPr>
          <p:spPr>
            <a:xfrm rot="18900000">
              <a:off x="11161347" y="125399"/>
              <a:ext cx="1341675" cy="926985"/>
            </a:xfrm>
            <a:custGeom>
              <a:avLst/>
              <a:gdLst>
                <a:gd name="connsiteX0" fmla="*/ 1049126 w 1341675"/>
                <a:gd name="connsiteY0" fmla="*/ 8962 h 926985"/>
                <a:gd name="connsiteX1" fmla="*/ 1341675 w 1341675"/>
                <a:gd name="connsiteY1" fmla="*/ 301511 h 926985"/>
                <a:gd name="connsiteX2" fmla="*/ 1130649 w 1341675"/>
                <a:gd name="connsiteY2" fmla="*/ 512537 h 926985"/>
                <a:gd name="connsiteX3" fmla="*/ 1107397 w 1341675"/>
                <a:gd name="connsiteY3" fmla="*/ 499917 h 926985"/>
                <a:gd name="connsiteX4" fmla="*/ 926985 w 1341675"/>
                <a:gd name="connsiteY4" fmla="*/ 463493 h 926985"/>
                <a:gd name="connsiteX5" fmla="*/ 463493 w 1341675"/>
                <a:gd name="connsiteY5" fmla="*/ 926985 h 926985"/>
                <a:gd name="connsiteX6" fmla="*/ 0 w 1341675"/>
                <a:gd name="connsiteY6" fmla="*/ 926985 h 926985"/>
                <a:gd name="connsiteX7" fmla="*/ 926985 w 1341675"/>
                <a:gd name="connsiteY7" fmla="*/ 0 h 926985"/>
                <a:gd name="connsiteX8" fmla="*/ 1021763 w 1341675"/>
                <a:gd name="connsiteY8" fmla="*/ 4786 h 926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1675" h="926985">
                  <a:moveTo>
                    <a:pt x="1049126" y="8962"/>
                  </a:moveTo>
                  <a:lnTo>
                    <a:pt x="1341675" y="301511"/>
                  </a:lnTo>
                  <a:lnTo>
                    <a:pt x="1130649" y="512537"/>
                  </a:lnTo>
                  <a:lnTo>
                    <a:pt x="1107397" y="499917"/>
                  </a:lnTo>
                  <a:cubicBezTo>
                    <a:pt x="1051945" y="476462"/>
                    <a:pt x="990979" y="463493"/>
                    <a:pt x="926985" y="463493"/>
                  </a:cubicBezTo>
                  <a:cubicBezTo>
                    <a:pt x="671005" y="463493"/>
                    <a:pt x="463493" y="671005"/>
                    <a:pt x="463493" y="926985"/>
                  </a:cubicBezTo>
                  <a:lnTo>
                    <a:pt x="0" y="926985"/>
                  </a:lnTo>
                  <a:cubicBezTo>
                    <a:pt x="0" y="415026"/>
                    <a:pt x="415025" y="0"/>
                    <a:pt x="926985" y="0"/>
                  </a:cubicBezTo>
                  <a:cubicBezTo>
                    <a:pt x="958982" y="0"/>
                    <a:pt x="990601" y="1621"/>
                    <a:pt x="1021763" y="4786"/>
                  </a:cubicBezTo>
                  <a:close/>
                </a:path>
              </a:pathLst>
            </a:custGeom>
            <a:solidFill>
              <a:schemeClr val="bg2"/>
            </a:solidFill>
            <a:ln>
              <a:noFill/>
            </a:ln>
            <a:effectLst>
              <a:innerShdw blurRad="254000" dist="50800" dir="54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5" name="Oval 44">
              <a:extLst>
                <a:ext uri="{FF2B5EF4-FFF2-40B4-BE49-F238E27FC236}">
                  <a16:creationId xmlns:a16="http://schemas.microsoft.com/office/drawing/2014/main" id="{11781B9A-C230-4FFC-90A8-E0571B1DEDA7}"/>
                </a:ext>
              </a:extLst>
            </p:cNvPr>
            <p:cNvSpPr/>
            <p:nvPr/>
          </p:nvSpPr>
          <p:spPr>
            <a:xfrm rot="2700000">
              <a:off x="11798454" y="994196"/>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6" name="Freeform: Shape 45">
              <a:extLst>
                <a:ext uri="{FF2B5EF4-FFF2-40B4-BE49-F238E27FC236}">
                  <a16:creationId xmlns:a16="http://schemas.microsoft.com/office/drawing/2014/main" id="{3295925C-3570-40F1-B3CE-07D947ED4643}"/>
                </a:ext>
              </a:extLst>
            </p:cNvPr>
            <p:cNvSpPr>
              <a:spLocks noChangeAspect="1"/>
            </p:cNvSpPr>
            <p:nvPr/>
          </p:nvSpPr>
          <p:spPr>
            <a:xfrm rot="18900000">
              <a:off x="11228590" y="129580"/>
              <a:ext cx="1337455" cy="1042921"/>
            </a:xfrm>
            <a:custGeom>
              <a:avLst/>
              <a:gdLst>
                <a:gd name="connsiteX0" fmla="*/ 1084058 w 1337455"/>
                <a:gd name="connsiteY0" fmla="*/ 16081 h 1042921"/>
                <a:gd name="connsiteX1" fmla="*/ 1337455 w 1337455"/>
                <a:gd name="connsiteY1" fmla="*/ 269477 h 1042921"/>
                <a:gd name="connsiteX2" fmla="*/ 1060775 w 1337455"/>
                <a:gd name="connsiteY2" fmla="*/ 546158 h 1042921"/>
                <a:gd name="connsiteX3" fmla="*/ 1020394 w 1337455"/>
                <a:gd name="connsiteY3" fmla="*/ 532055 h 1042921"/>
                <a:gd name="connsiteX4" fmla="*/ 926985 w 1337455"/>
                <a:gd name="connsiteY4" fmla="*/ 521461 h 1042921"/>
                <a:gd name="connsiteX5" fmla="*/ 463492 w 1337455"/>
                <a:gd name="connsiteY5" fmla="*/ 1042921 h 1042921"/>
                <a:gd name="connsiteX6" fmla="*/ 0 w 1337455"/>
                <a:gd name="connsiteY6" fmla="*/ 1042921 h 1042921"/>
                <a:gd name="connsiteX7" fmla="*/ 926984 w 1337455"/>
                <a:gd name="connsiteY7" fmla="*/ 0 h 1042921"/>
                <a:gd name="connsiteX8" fmla="*/ 1021763 w 1337455"/>
                <a:gd name="connsiteY8" fmla="*/ 5384 h 1042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7455" h="1042921">
                  <a:moveTo>
                    <a:pt x="1084058" y="16081"/>
                  </a:moveTo>
                  <a:lnTo>
                    <a:pt x="1337455" y="269477"/>
                  </a:lnTo>
                  <a:lnTo>
                    <a:pt x="1060775" y="546158"/>
                  </a:lnTo>
                  <a:lnTo>
                    <a:pt x="1020394" y="532055"/>
                  </a:lnTo>
                  <a:cubicBezTo>
                    <a:pt x="990222" y="525109"/>
                    <a:pt x="958982" y="521461"/>
                    <a:pt x="926985" y="521461"/>
                  </a:cubicBezTo>
                  <a:cubicBezTo>
                    <a:pt x="671005" y="521461"/>
                    <a:pt x="463493" y="754927"/>
                    <a:pt x="463492" y="1042921"/>
                  </a:cubicBezTo>
                  <a:lnTo>
                    <a:pt x="0" y="1042921"/>
                  </a:lnTo>
                  <a:cubicBezTo>
                    <a:pt x="0" y="466932"/>
                    <a:pt x="415025" y="0"/>
                    <a:pt x="926984" y="0"/>
                  </a:cubicBezTo>
                  <a:cubicBezTo>
                    <a:pt x="958982" y="0"/>
                    <a:pt x="990600" y="1824"/>
                    <a:pt x="1021763" y="5384"/>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grpSp>
      <p:grpSp>
        <p:nvGrpSpPr>
          <p:cNvPr id="15" name="Group 14">
            <a:extLst>
              <a:ext uri="{FF2B5EF4-FFF2-40B4-BE49-F238E27FC236}">
                <a16:creationId xmlns:a16="http://schemas.microsoft.com/office/drawing/2014/main" id="{394664AE-6DC5-428F-9AC4-5A8F67571F72}"/>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6" name="Freeform: Shape 15">
              <a:extLst>
                <a:ext uri="{FF2B5EF4-FFF2-40B4-BE49-F238E27FC236}">
                  <a16:creationId xmlns:a16="http://schemas.microsoft.com/office/drawing/2014/main" id="{8288F304-7DF7-42FB-BD6F-D575128A1DDE}"/>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104835D9-7DE9-4DDD-A6C2-1C526822700A}"/>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7" name="Oval 16">
            <a:extLst>
              <a:ext uri="{FF2B5EF4-FFF2-40B4-BE49-F238E27FC236}">
                <a16:creationId xmlns:a16="http://schemas.microsoft.com/office/drawing/2014/main" id="{83C43C1C-00B3-40E0-B073-B8C56206D07D}"/>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7273191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noAutofit/>
          </a:bodyPr>
          <a:lstStyle/>
          <a:p>
            <a:r>
              <a:rPr lang="en-US"/>
              <a:t>Tuesday, February 2, 20XX</a:t>
            </a:r>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34123629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noAutofit/>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6171650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noAutofit/>
          </a:bodyPr>
          <a:lstStyle/>
          <a:p>
            <a:r>
              <a:rPr lang="en-US"/>
              <a:t>Tuesday, February 2, 20XX</a:t>
            </a:r>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noAutofit/>
          </a:bodyPr>
          <a:lstStyle/>
          <a:p>
            <a:r>
              <a:rPr lang="en-US"/>
              <a:t>Sample Footer Text</a:t>
            </a:r>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38583325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noAutofit/>
          </a:bodyPr>
          <a:lstStyle/>
          <a:p>
            <a:r>
              <a:rPr lang="en-US"/>
              <a:t>Tuesday, February 2, 20XX</a:t>
            </a:r>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noAutofit/>
          </a:bodyPr>
          <a:lstStyle/>
          <a:p>
            <a:fld id="{DBA1B0FB-D917-4C8C-928F-313BD683BF39}" type="slidenum">
              <a:rPr lang="en-US" smtClean="0"/>
              <a:t>‹#›</a:t>
            </a:fld>
            <a:endParaRPr lang="en-US"/>
          </a:p>
        </p:txBody>
      </p:sp>
    </p:spTree>
    <p:extLst>
      <p:ext uri="{BB962C8B-B14F-4D97-AF65-F5344CB8AC3E}">
        <p14:creationId xmlns:p14="http://schemas.microsoft.com/office/powerpoint/2010/main" val="983562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r>
              <a:rPr lang="en-US"/>
              <a:t>Tuesday, February 2, 20XX</a:t>
            </a:r>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lumMod val="65000"/>
                    <a:alpha val="80000"/>
                  </a:schemeClr>
                </a:solidFill>
              </a:defRPr>
            </a:lvl1pPr>
          </a:lstStyle>
          <a:p>
            <a:r>
              <a:rPr lang="en-US"/>
              <a:t>Sample Footer Text</a:t>
            </a:r>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lumMod val="65000"/>
                    <a:alpha val="80000"/>
                  </a:schemeClr>
                </a:solidFill>
              </a:defRPr>
            </a:lvl1pPr>
          </a:lstStyle>
          <a:p>
            <a:fld id="{DBA1B0FB-D917-4C8C-928F-313BD683BF39}" type="slidenum">
              <a:rPr lang="en-US" smtClean="0"/>
              <a:pPr/>
              <a:t>‹#›</a:t>
            </a:fld>
            <a:endParaRPr lang="en-US"/>
          </a:p>
        </p:txBody>
      </p:sp>
    </p:spTree>
    <p:extLst>
      <p:ext uri="{BB962C8B-B14F-4D97-AF65-F5344CB8AC3E}">
        <p14:creationId xmlns:p14="http://schemas.microsoft.com/office/powerpoint/2010/main" val="2521255718"/>
      </p:ext>
    </p:extLst>
  </p:cSld>
  <p:clrMap bg1="dk1" tx1="lt1" bg2="dk2" tx2="lt2" accent1="accent1" accent2="accent2" accent3="accent3" accent4="accent4" accent5="accent5" accent6="accent6" hlink="hlink" folHlink="folHlink"/>
  <p:sldLayoutIdLst>
    <p:sldLayoutId id="2147483699" r:id="rId1"/>
    <p:sldLayoutId id="2147483700" r:id="rId2"/>
    <p:sldLayoutId id="2147483733" r:id="rId3"/>
    <p:sldLayoutId id="2147483687" r:id="rId4"/>
    <p:sldLayoutId id="2147483734" r:id="rId5"/>
    <p:sldLayoutId id="2147483686" r:id="rId6"/>
    <p:sldLayoutId id="2147483696" r:id="rId7"/>
    <p:sldLayoutId id="2147483707" r:id="rId8"/>
    <p:sldLayoutId id="2147483689" r:id="rId9"/>
    <p:sldLayoutId id="2147483697" r:id="rId10"/>
    <p:sldLayoutId id="2147483731" r:id="rId11"/>
    <p:sldLayoutId id="2147483693" r:id="rId12"/>
    <p:sldLayoutId id="2147483685" r:id="rId13"/>
    <p:sldLayoutId id="2147483688" r:id="rId14"/>
    <p:sldLayoutId id="2147483691" r:id="rId15"/>
    <p:sldLayoutId id="2147483692" r:id="rId16"/>
  </p:sldLayoutIdLst>
  <p:hf hdr="0"/>
  <p:txStyles>
    <p:title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E938C-9D94-4B05-979A-D39FFC457291}"/>
              </a:ext>
            </a:extLst>
          </p:cNvPr>
          <p:cNvSpPr>
            <a:spLocks noGrp="1"/>
          </p:cNvSpPr>
          <p:nvPr>
            <p:ph type="ctrTitle"/>
          </p:nvPr>
        </p:nvSpPr>
        <p:spPr>
          <a:xfrm>
            <a:off x="7694612" y="1051551"/>
            <a:ext cx="4192587" cy="1747067"/>
          </a:xfrm>
        </p:spPr>
        <p:txBody>
          <a:bodyPr anchor="b" anchorCtr="0">
            <a:normAutofit/>
          </a:bodyPr>
          <a:lstStyle/>
          <a:p>
            <a:r>
              <a:rPr lang="en-US" sz="3200" b="1" dirty="0" err="1">
                <a:latin typeface="Times New Roman" panose="02020603050405020304" pitchFamily="18" charset="0"/>
                <a:cs typeface="Times New Roman" panose="02020603050405020304" pitchFamily="18" charset="0"/>
              </a:rPr>
              <a:t>Chủ</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đề</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nghiên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cứu</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Chương</a:t>
            </a:r>
            <a:r>
              <a:rPr lang="en-US" sz="3200" b="1" dirty="0">
                <a:latin typeface="Times New Roman" panose="02020603050405020304" pitchFamily="18" charset="0"/>
                <a:cs typeface="Times New Roman" panose="02020603050405020304" pitchFamily="18" charset="0"/>
              </a:rPr>
              <a:t> 10</a:t>
            </a:r>
          </a:p>
        </p:txBody>
      </p:sp>
      <p:pic>
        <p:nvPicPr>
          <p:cNvPr id="14" name="Picture Placeholder 13" descr="Data Points Digital background">
            <a:extLst>
              <a:ext uri="{FF2B5EF4-FFF2-40B4-BE49-F238E27FC236}">
                <a16:creationId xmlns:a16="http://schemas.microsoft.com/office/drawing/2014/main" id="{9A8AD548-922D-4E1D-B19C-5F6E808B8160}"/>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0" y="0"/>
            <a:ext cx="7452360" cy="6858000"/>
          </a:xfrm>
        </p:spPr>
      </p:pic>
      <p:sp>
        <p:nvSpPr>
          <p:cNvPr id="3" name="Subtitle 2">
            <a:extLst>
              <a:ext uri="{FF2B5EF4-FFF2-40B4-BE49-F238E27FC236}">
                <a16:creationId xmlns:a16="http://schemas.microsoft.com/office/drawing/2014/main" id="{D9A11267-FC52-4990-8D98-010AFABA5544}"/>
              </a:ext>
            </a:extLst>
          </p:cNvPr>
          <p:cNvSpPr>
            <a:spLocks noGrp="1"/>
          </p:cNvSpPr>
          <p:nvPr>
            <p:ph type="body" sz="quarter" idx="14"/>
          </p:nvPr>
        </p:nvSpPr>
        <p:spPr>
          <a:xfrm>
            <a:off x="7694612" y="3568701"/>
            <a:ext cx="4497388" cy="2139372"/>
          </a:xfrm>
        </p:spPr>
        <p:txBody>
          <a:bodyPr>
            <a:noAutofit/>
          </a:bodyPr>
          <a:lstStyle/>
          <a:p>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Nguyễn</a:t>
            </a:r>
            <a:r>
              <a:rPr lang="en-US" dirty="0">
                <a:latin typeface="Times New Roman" panose="02020603050405020304" pitchFamily="18" charset="0"/>
                <a:cs typeface="Times New Roman" panose="02020603050405020304" pitchFamily="18" charset="0"/>
              </a:rPr>
              <a:t> Minh Phương</a:t>
            </a:r>
          </a:p>
          <a:p>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sinh</a:t>
            </a:r>
            <a:r>
              <a:rPr lang="en-US" dirty="0">
                <a:latin typeface="Times New Roman" panose="02020603050405020304" pitchFamily="18" charset="0"/>
                <a:cs typeface="Times New Roman" panose="02020603050405020304" pitchFamily="18" charset="0"/>
              </a:rPr>
              <a:t> : AI</a:t>
            </a:r>
          </a:p>
          <a:p>
            <a:r>
              <a:rPr lang="en-US" dirty="0">
                <a:latin typeface="Times New Roman" panose="02020603050405020304" pitchFamily="18" charset="0"/>
                <a:cs typeface="Times New Roman" panose="02020603050405020304" pitchFamily="18" charset="0"/>
              </a:rPr>
              <a:t>SĐT:0965889088</a:t>
            </a:r>
          </a:p>
          <a:p>
            <a:r>
              <a:rPr lang="en-US" dirty="0">
                <a:latin typeface="Times New Roman" panose="02020603050405020304" pitchFamily="18" charset="0"/>
                <a:cs typeface="Times New Roman" panose="02020603050405020304" pitchFamily="18" charset="0"/>
              </a:rPr>
              <a:t>Gmail: phuong99dh@gmail.com</a:t>
            </a:r>
          </a:p>
        </p:txBody>
      </p:sp>
    </p:spTree>
    <p:extLst>
      <p:ext uri="{BB962C8B-B14F-4D97-AF65-F5344CB8AC3E}">
        <p14:creationId xmlns:p14="http://schemas.microsoft.com/office/powerpoint/2010/main" val="7528142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6426E-F6F6-4A7C-9181-8C3090996261}"/>
              </a:ext>
            </a:extLst>
          </p:cNvPr>
          <p:cNvSpPr>
            <a:spLocks noGrp="1"/>
          </p:cNvSpPr>
          <p:nvPr>
            <p:ph type="title"/>
          </p:nvPr>
        </p:nvSpPr>
        <p:spPr>
          <a:xfrm>
            <a:off x="550864" y="914400"/>
            <a:ext cx="2628899" cy="886692"/>
          </a:xfrm>
        </p:spPr>
        <p:txBody>
          <a:bodyPr/>
          <a:lstStyle/>
          <a:p>
            <a:r>
              <a:rPr lang="en-US" sz="3200" b="1" dirty="0" err="1">
                <a:latin typeface="Times New Roman" panose="02020603050405020304" pitchFamily="18" charset="0"/>
                <a:cs typeface="Times New Roman" panose="02020603050405020304" pitchFamily="18" charset="0"/>
              </a:rPr>
              <a:t>Chương</a:t>
            </a:r>
            <a:r>
              <a:rPr lang="en-US" sz="3200" b="1" dirty="0">
                <a:latin typeface="Times New Roman" panose="02020603050405020304" pitchFamily="18" charset="0"/>
                <a:cs typeface="Times New Roman" panose="02020603050405020304" pitchFamily="18" charset="0"/>
              </a:rPr>
              <a:t> 10</a:t>
            </a:r>
          </a:p>
        </p:txBody>
      </p:sp>
      <p:sp>
        <p:nvSpPr>
          <p:cNvPr id="3" name="Content Placeholder 2">
            <a:extLst>
              <a:ext uri="{FF2B5EF4-FFF2-40B4-BE49-F238E27FC236}">
                <a16:creationId xmlns:a16="http://schemas.microsoft.com/office/drawing/2014/main" id="{D3B60D6F-4D0F-4D33-B2A7-159C8583FF00}"/>
              </a:ext>
            </a:extLst>
          </p:cNvPr>
          <p:cNvSpPr>
            <a:spLocks noGrp="1"/>
          </p:cNvSpPr>
          <p:nvPr>
            <p:ph idx="1"/>
          </p:nvPr>
        </p:nvSpPr>
        <p:spPr>
          <a:xfrm>
            <a:off x="550863" y="2046695"/>
            <a:ext cx="4396976" cy="4104723"/>
          </a:xfrm>
        </p:spPr>
        <p:txBody>
          <a:bodyPr/>
          <a:lstStyle/>
          <a:p>
            <a:pPr marL="0" marR="0">
              <a:lnSpc>
                <a:spcPct val="107000"/>
              </a:lnSpc>
              <a:spcBef>
                <a:spcPts val="0"/>
              </a:spcBef>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10.1 </a:t>
            </a:r>
            <a:r>
              <a:rPr lang="en-US" b="1" dirty="0" err="1">
                <a:latin typeface="Times New Roman" panose="02020603050405020304" pitchFamily="18" charset="0"/>
                <a:ea typeface="Calibri" panose="020F0502020204030204" pitchFamily="34" charset="0"/>
                <a:cs typeface="Times New Roman" panose="02020603050405020304" pitchFamily="18" charset="0"/>
              </a:rPr>
              <a:t>Mạng</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b="1" dirty="0" err="1">
                <a:latin typeface="Times New Roman" panose="02020603050405020304" pitchFamily="18" charset="0"/>
                <a:ea typeface="Calibri" panose="020F0502020204030204" pitchFamily="34" charset="0"/>
                <a:cs typeface="Times New Roman" panose="02020603050405020304" pitchFamily="18" charset="0"/>
              </a:rPr>
              <a:t>xã</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b="1" dirty="0" err="1">
                <a:latin typeface="Times New Roman" panose="02020603050405020304" pitchFamily="18" charset="0"/>
                <a:ea typeface="Calibri" panose="020F0502020204030204" pitchFamily="34" charset="0"/>
                <a:cs typeface="Times New Roman" panose="02020603050405020304" pitchFamily="18" charset="0"/>
              </a:rPr>
              <a:t>hội</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b="1" dirty="0" err="1">
                <a:latin typeface="Times New Roman" panose="02020603050405020304" pitchFamily="18" charset="0"/>
                <a:ea typeface="Calibri" panose="020F0502020204030204" pitchFamily="34" charset="0"/>
                <a:cs typeface="Times New Roman" panose="02020603050405020304" pitchFamily="18" charset="0"/>
              </a:rPr>
              <a:t>dưới</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b="1" dirty="0" err="1">
                <a:latin typeface="Times New Roman" panose="02020603050405020304" pitchFamily="18" charset="0"/>
                <a:ea typeface="Calibri" panose="020F0502020204030204" pitchFamily="34" charset="0"/>
                <a:cs typeface="Times New Roman" panose="02020603050405020304" pitchFamily="18" charset="0"/>
              </a:rPr>
              <a:t>dạng</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b="1" dirty="0" err="1">
                <a:latin typeface="Times New Roman" panose="02020603050405020304" pitchFamily="18" charset="0"/>
                <a:ea typeface="Calibri" panose="020F0502020204030204" pitchFamily="34" charset="0"/>
                <a:cs typeface="Times New Roman" panose="02020603050405020304" pitchFamily="18" charset="0"/>
              </a:rPr>
              <a:t>đồ</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b="1" dirty="0" err="1">
                <a:latin typeface="Times New Roman" panose="02020603050405020304" pitchFamily="18" charset="0"/>
                <a:ea typeface="Calibri" panose="020F0502020204030204" pitchFamily="34" charset="0"/>
                <a:cs typeface="Times New Roman" panose="02020603050405020304" pitchFamily="18" charset="0"/>
              </a:rPr>
              <a:t>thị</a:t>
            </a:r>
            <a:endParaRPr lang="en-US" b="1" dirty="0">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10.2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Phân</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cụm</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đồ</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thị</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mạng</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xã</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hội</a:t>
            </a:r>
            <a:endParaRPr lang="en-US"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10.3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Khám</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phá</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trực</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tiếp</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cộng</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đồng</a:t>
            </a:r>
            <a:endParaRPr lang="en-US"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10.4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Phân</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vùng</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đồ</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thị</a:t>
            </a:r>
            <a:endParaRPr lang="en-US"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10.5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Tìm</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cộng</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đồng</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chồng</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chéo</a:t>
            </a:r>
            <a:endParaRPr lang="en-US"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a:lnSpc>
                <a:spcPct val="107000"/>
              </a:lnSpc>
              <a:spcBef>
                <a:spcPts val="0"/>
              </a:spcBef>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10,6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Simrank</a:t>
            </a:r>
            <a:endParaRPr lang="en-US"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a:lnSpc>
                <a:spcPct val="107000"/>
              </a:lnSpc>
              <a:spcBef>
                <a:spcPts val="0"/>
              </a:spcBef>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10.7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Đếm</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tam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giác</a:t>
            </a:r>
            <a:endParaRPr lang="en-US"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a:lnSpc>
                <a:spcPct val="107000"/>
              </a:lnSpc>
              <a:spcBef>
                <a:spcPts val="0"/>
              </a:spcBef>
            </a:pPr>
            <a:r>
              <a:rPr lang="en-US" b="1" dirty="0">
                <a:effectLst/>
                <a:latin typeface="Times New Roman" panose="02020603050405020304" pitchFamily="18" charset="0"/>
                <a:ea typeface="Calibri" panose="020F0502020204030204" pitchFamily="34" charset="0"/>
                <a:cs typeface="Times New Roman" panose="02020603050405020304" pitchFamily="18" charset="0"/>
              </a:rPr>
              <a:t>10.8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Thuộc</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tính</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lân</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cận</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đồ</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thị</a:t>
            </a:r>
            <a:endParaRPr lang="en-US" b="1" dirty="0">
              <a:effectLst/>
              <a:latin typeface="Times New Roman" panose="02020603050405020304" pitchFamily="18" charset="0"/>
              <a:ea typeface="Calibri" panose="020F0502020204030204" pitchFamily="34" charset="0"/>
              <a:cs typeface="Times New Roman" panose="02020603050405020304" pitchFamily="18" charset="0"/>
            </a:endParaRPr>
          </a:p>
          <a:p>
            <a:pPr marL="0">
              <a:lnSpc>
                <a:spcPct val="107000"/>
              </a:lnSpc>
              <a:spcBef>
                <a:spcPts val="0"/>
              </a:spcBef>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8" name="Picture Placeholder 7" descr="Digital Data">
            <a:extLst>
              <a:ext uri="{FF2B5EF4-FFF2-40B4-BE49-F238E27FC236}">
                <a16:creationId xmlns:a16="http://schemas.microsoft.com/office/drawing/2014/main" id="{06D2324F-3B7B-45EF-9584-C8EADD2C8C0B}"/>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5208928" y="1596771"/>
            <a:ext cx="3448558" cy="3448558"/>
          </a:xfrm>
        </p:spPr>
      </p:pic>
      <p:pic>
        <p:nvPicPr>
          <p:cNvPr id="10" name="Picture Placeholder 9" descr="Data Points ">
            <a:extLst>
              <a:ext uri="{FF2B5EF4-FFF2-40B4-BE49-F238E27FC236}">
                <a16:creationId xmlns:a16="http://schemas.microsoft.com/office/drawing/2014/main" id="{71F862F9-0E8A-4DB9-8083-1C3AA6E5D777}"/>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8918575" y="596392"/>
            <a:ext cx="2263776" cy="2263776"/>
          </a:xfrm>
        </p:spPr>
      </p:pic>
      <p:pic>
        <p:nvPicPr>
          <p:cNvPr id="12" name="Picture Placeholder 11" descr="Data Background">
            <a:extLst>
              <a:ext uri="{FF2B5EF4-FFF2-40B4-BE49-F238E27FC236}">
                <a16:creationId xmlns:a16="http://schemas.microsoft.com/office/drawing/2014/main" id="{A63F39B9-0715-40B5-8ECB-9B983F99C690}"/>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9091612" y="3324733"/>
            <a:ext cx="2936876" cy="2936876"/>
          </a:xfrm>
        </p:spPr>
      </p:pic>
      <p:sp>
        <p:nvSpPr>
          <p:cNvPr id="13" name="Date Placeholder 12">
            <a:extLst>
              <a:ext uri="{FF2B5EF4-FFF2-40B4-BE49-F238E27FC236}">
                <a16:creationId xmlns:a16="http://schemas.microsoft.com/office/drawing/2014/main" id="{915FE2C5-E66A-4405-B19E-2C5C546C98E4}"/>
              </a:ext>
            </a:extLst>
          </p:cNvPr>
          <p:cNvSpPr>
            <a:spLocks noGrp="1"/>
          </p:cNvSpPr>
          <p:nvPr>
            <p:ph type="dt" sz="half" idx="10"/>
          </p:nvPr>
        </p:nvSpPr>
        <p:spPr>
          <a:xfrm>
            <a:off x="550863" y="6507212"/>
            <a:ext cx="2628900" cy="153888"/>
          </a:xfrm>
        </p:spPr>
        <p:txBody>
          <a:bodyPr/>
          <a:lstStyle/>
          <a:p>
            <a:r>
              <a:rPr lang="en-US"/>
              <a:t>Tuesday, February 2, 20XX</a:t>
            </a:r>
          </a:p>
        </p:txBody>
      </p:sp>
      <p:sp>
        <p:nvSpPr>
          <p:cNvPr id="14" name="Footer Placeholder 13">
            <a:extLst>
              <a:ext uri="{FF2B5EF4-FFF2-40B4-BE49-F238E27FC236}">
                <a16:creationId xmlns:a16="http://schemas.microsoft.com/office/drawing/2014/main" id="{B01DF4D0-78BC-4C8C-9570-26F0B225433A}"/>
              </a:ext>
            </a:extLst>
          </p:cNvPr>
          <p:cNvSpPr>
            <a:spLocks noGrp="1"/>
          </p:cNvSpPr>
          <p:nvPr>
            <p:ph type="ftr" sz="quarter" idx="11"/>
          </p:nvPr>
        </p:nvSpPr>
        <p:spPr>
          <a:xfrm>
            <a:off x="3359150" y="6507212"/>
            <a:ext cx="6379210" cy="153888"/>
          </a:xfrm>
        </p:spPr>
        <p:txBody>
          <a:bodyPr/>
          <a:lstStyle/>
          <a:p>
            <a:r>
              <a:rPr lang="en-US" dirty="0"/>
              <a:t>Sample Footer Text</a:t>
            </a:r>
          </a:p>
        </p:txBody>
      </p:sp>
      <p:sp>
        <p:nvSpPr>
          <p:cNvPr id="15" name="Slide Number Placeholder 14">
            <a:extLst>
              <a:ext uri="{FF2B5EF4-FFF2-40B4-BE49-F238E27FC236}">
                <a16:creationId xmlns:a16="http://schemas.microsoft.com/office/drawing/2014/main" id="{3B199C97-F175-437D-8311-DB662925C063}"/>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2</a:t>
            </a:fld>
            <a:endParaRPr lang="en-US"/>
          </a:p>
        </p:txBody>
      </p:sp>
    </p:spTree>
    <p:extLst>
      <p:ext uri="{BB962C8B-B14F-4D97-AF65-F5344CB8AC3E}">
        <p14:creationId xmlns:p14="http://schemas.microsoft.com/office/powerpoint/2010/main" val="2313234867"/>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path" presetSubtype="0" accel="50000" decel="50000" fill="hold" grpId="0" nodeType="clickEffect">
                                  <p:stCondLst>
                                    <p:cond delay="0"/>
                                  </p:stCondLst>
                                  <p:childTnLst>
                                    <p:animMotion origin="layout" path="M 0 0 C 0.023 0.001 0.042 0.009 0.052 0.021 L 0.075 0.049 C 0.08 0.055 0.088 0.058 0.098 0.058 C 0.112 0.058 0.124 0.05 0.125 0.038 C 0.124 0.028 0.112 0.019 0.098 0.019 C 0.088 0.019 0.08 0.023 0.075 0.028 L 0.052 0.056 C 0.042 0.068 0.023 0.076 0 0.077 C -0.023 0.076 -0.042 0.068 -0.052 0.056 L -0.075 0.028 C -0.08 0.023 -0.088 0.019 -0.098 0.019 C -0.112 0.019 -0.124 0.028 -0.125 0.038 C -0.124 0.05 -0.112 0.058 -0.098 0.058 C -0.088 0.058 -0.08 0.055 -0.075 0.049 L -0.052 0.021 C -0.042 0.009 -0.023 0.001 0 0 Z" pathEditMode="relative" ptsTypes="">
                                      <p:cBhvr>
                                        <p:cTn id="6" dur="2000" fill="hold"/>
                                        <p:tgtEl>
                                          <p:spTgt spid="2"/>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ipe(down)">
                                      <p:cBhvr>
                                        <p:cTn id="11" dur="580">
                                          <p:stCondLst>
                                            <p:cond delay="0"/>
                                          </p:stCondLst>
                                        </p:cTn>
                                        <p:tgtEl>
                                          <p:spTgt spid="3">
                                            <p:txEl>
                                              <p:pRg st="0" end="0"/>
                                            </p:txEl>
                                          </p:spTgt>
                                        </p:tgtEl>
                                      </p:cBhvr>
                                    </p:animEffect>
                                    <p:anim calcmode="lin" valueType="num">
                                      <p:cBhvr>
                                        <p:cTn id="12"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7" dur="26">
                                          <p:stCondLst>
                                            <p:cond delay="650"/>
                                          </p:stCondLst>
                                        </p:cTn>
                                        <p:tgtEl>
                                          <p:spTgt spid="3">
                                            <p:txEl>
                                              <p:pRg st="0" end="0"/>
                                            </p:txEl>
                                          </p:spTgt>
                                        </p:tgtEl>
                                      </p:cBhvr>
                                      <p:to x="100000" y="60000"/>
                                    </p:animScale>
                                    <p:animScale>
                                      <p:cBhvr>
                                        <p:cTn id="18" dur="166" decel="50000">
                                          <p:stCondLst>
                                            <p:cond delay="676"/>
                                          </p:stCondLst>
                                        </p:cTn>
                                        <p:tgtEl>
                                          <p:spTgt spid="3">
                                            <p:txEl>
                                              <p:pRg st="0" end="0"/>
                                            </p:txEl>
                                          </p:spTgt>
                                        </p:tgtEl>
                                      </p:cBhvr>
                                      <p:to x="100000" y="100000"/>
                                    </p:animScale>
                                    <p:animScale>
                                      <p:cBhvr>
                                        <p:cTn id="19" dur="26">
                                          <p:stCondLst>
                                            <p:cond delay="1312"/>
                                          </p:stCondLst>
                                        </p:cTn>
                                        <p:tgtEl>
                                          <p:spTgt spid="3">
                                            <p:txEl>
                                              <p:pRg st="0" end="0"/>
                                            </p:txEl>
                                          </p:spTgt>
                                        </p:tgtEl>
                                      </p:cBhvr>
                                      <p:to x="100000" y="80000"/>
                                    </p:animScale>
                                    <p:animScale>
                                      <p:cBhvr>
                                        <p:cTn id="20" dur="166" decel="50000">
                                          <p:stCondLst>
                                            <p:cond delay="1338"/>
                                          </p:stCondLst>
                                        </p:cTn>
                                        <p:tgtEl>
                                          <p:spTgt spid="3">
                                            <p:txEl>
                                              <p:pRg st="0" end="0"/>
                                            </p:txEl>
                                          </p:spTgt>
                                        </p:tgtEl>
                                      </p:cBhvr>
                                      <p:to x="100000" y="100000"/>
                                    </p:animScale>
                                    <p:animScale>
                                      <p:cBhvr>
                                        <p:cTn id="21" dur="26">
                                          <p:stCondLst>
                                            <p:cond delay="1642"/>
                                          </p:stCondLst>
                                        </p:cTn>
                                        <p:tgtEl>
                                          <p:spTgt spid="3">
                                            <p:txEl>
                                              <p:pRg st="0" end="0"/>
                                            </p:txEl>
                                          </p:spTgt>
                                        </p:tgtEl>
                                      </p:cBhvr>
                                      <p:to x="100000" y="90000"/>
                                    </p:animScale>
                                    <p:animScale>
                                      <p:cBhvr>
                                        <p:cTn id="22" dur="166" decel="50000">
                                          <p:stCondLst>
                                            <p:cond delay="1668"/>
                                          </p:stCondLst>
                                        </p:cTn>
                                        <p:tgtEl>
                                          <p:spTgt spid="3">
                                            <p:txEl>
                                              <p:pRg st="0" end="0"/>
                                            </p:txEl>
                                          </p:spTgt>
                                        </p:tgtEl>
                                      </p:cBhvr>
                                      <p:to x="100000" y="100000"/>
                                    </p:animScale>
                                    <p:animScale>
                                      <p:cBhvr>
                                        <p:cTn id="23" dur="26">
                                          <p:stCondLst>
                                            <p:cond delay="1808"/>
                                          </p:stCondLst>
                                        </p:cTn>
                                        <p:tgtEl>
                                          <p:spTgt spid="3">
                                            <p:txEl>
                                              <p:pRg st="0" end="0"/>
                                            </p:txEl>
                                          </p:spTgt>
                                        </p:tgtEl>
                                      </p:cBhvr>
                                      <p:to x="100000" y="95000"/>
                                    </p:animScale>
                                    <p:animScale>
                                      <p:cBhvr>
                                        <p:cTn id="24" dur="166" decel="50000">
                                          <p:stCondLst>
                                            <p:cond delay="1834"/>
                                          </p:stCondLst>
                                        </p:cTn>
                                        <p:tgtEl>
                                          <p:spTgt spid="3">
                                            <p:txEl>
                                              <p:pRg st="0" end="0"/>
                                            </p:txEl>
                                          </p:spTgt>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anim calcmode="lin" valueType="num">
                                      <p:cBhvr additive="base">
                                        <p:cTn id="2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6" presetClass="entr" presetSubtype="16" fill="hold" nodeType="clickEffect">
                                  <p:stCondLst>
                                    <p:cond delay="0"/>
                                  </p:stCondLst>
                                  <p:childTnLst>
                                    <p:set>
                                      <p:cBhvr>
                                        <p:cTn id="34" dur="1" fill="hold">
                                          <p:stCondLst>
                                            <p:cond delay="0"/>
                                          </p:stCondLst>
                                        </p:cTn>
                                        <p:tgtEl>
                                          <p:spTgt spid="3">
                                            <p:txEl>
                                              <p:pRg st="2" end="2"/>
                                            </p:txEl>
                                          </p:spTgt>
                                        </p:tgtEl>
                                        <p:attrNameLst>
                                          <p:attrName>style.visibility</p:attrName>
                                        </p:attrNameLst>
                                      </p:cBhvr>
                                      <p:to>
                                        <p:strVal val="visible"/>
                                      </p:to>
                                    </p:set>
                                    <p:animEffect transition="in" filter="circle(in)">
                                      <p:cBhvr>
                                        <p:cTn id="35" dur="2000"/>
                                        <p:tgtEl>
                                          <p:spTgt spid="3">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53" presetClass="entr" presetSubtype="16" fill="hold" nodeType="clickEffect">
                                  <p:stCondLst>
                                    <p:cond delay="0"/>
                                  </p:stCondLst>
                                  <p:childTnLst>
                                    <p:set>
                                      <p:cBhvr>
                                        <p:cTn id="39" dur="1" fill="hold">
                                          <p:stCondLst>
                                            <p:cond delay="0"/>
                                          </p:stCondLst>
                                        </p:cTn>
                                        <p:tgtEl>
                                          <p:spTgt spid="3">
                                            <p:txEl>
                                              <p:pRg st="3" end="3"/>
                                            </p:txEl>
                                          </p:spTgt>
                                        </p:tgtEl>
                                        <p:attrNameLst>
                                          <p:attrName>style.visibility</p:attrName>
                                        </p:attrNameLst>
                                      </p:cBhvr>
                                      <p:to>
                                        <p:strVal val="visible"/>
                                      </p:to>
                                    </p:set>
                                    <p:anim calcmode="lin" valueType="num">
                                      <p:cBhvr>
                                        <p:cTn id="40"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41"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42" dur="500"/>
                                        <p:tgtEl>
                                          <p:spTgt spid="3">
                                            <p:txEl>
                                              <p:pRg st="3" end="3"/>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1" presetClass="entr" presetSubtype="0" fill="hold" nodeType="clickEffect">
                                  <p:stCondLst>
                                    <p:cond delay="0"/>
                                  </p:stCondLst>
                                  <p:childTnLst>
                                    <p:set>
                                      <p:cBhvr>
                                        <p:cTn id="46" dur="1" fill="hold">
                                          <p:stCondLst>
                                            <p:cond delay="0"/>
                                          </p:stCondLst>
                                        </p:cTn>
                                        <p:tgtEl>
                                          <p:spTgt spid="3">
                                            <p:txEl>
                                              <p:pRg st="4" end="4"/>
                                            </p:txEl>
                                          </p:spTgt>
                                        </p:tgtEl>
                                        <p:attrNameLst>
                                          <p:attrName>style.visibility</p:attrName>
                                        </p:attrNameLst>
                                      </p:cBhvr>
                                      <p:to>
                                        <p:strVal val="visible"/>
                                      </p:to>
                                    </p:set>
                                    <p:anim calcmode="lin" valueType="num">
                                      <p:cBhvr>
                                        <p:cTn id="47" dur="1000" fill="hold"/>
                                        <p:tgtEl>
                                          <p:spTgt spid="3">
                                            <p:txEl>
                                              <p:pRg st="4" end="4"/>
                                            </p:txEl>
                                          </p:spTgt>
                                        </p:tgtEl>
                                        <p:attrNameLst>
                                          <p:attrName>ppt_w</p:attrName>
                                        </p:attrNameLst>
                                      </p:cBhvr>
                                      <p:tavLst>
                                        <p:tav tm="0">
                                          <p:val>
                                            <p:fltVal val="0"/>
                                          </p:val>
                                        </p:tav>
                                        <p:tav tm="100000">
                                          <p:val>
                                            <p:strVal val="#ppt_w"/>
                                          </p:val>
                                        </p:tav>
                                      </p:tavLst>
                                    </p:anim>
                                    <p:anim calcmode="lin" valueType="num">
                                      <p:cBhvr>
                                        <p:cTn id="48" dur="1000" fill="hold"/>
                                        <p:tgtEl>
                                          <p:spTgt spid="3">
                                            <p:txEl>
                                              <p:pRg st="4" end="4"/>
                                            </p:txEl>
                                          </p:spTgt>
                                        </p:tgtEl>
                                        <p:attrNameLst>
                                          <p:attrName>ppt_h</p:attrName>
                                        </p:attrNameLst>
                                      </p:cBhvr>
                                      <p:tavLst>
                                        <p:tav tm="0">
                                          <p:val>
                                            <p:fltVal val="0"/>
                                          </p:val>
                                        </p:tav>
                                        <p:tav tm="100000">
                                          <p:val>
                                            <p:strVal val="#ppt_h"/>
                                          </p:val>
                                        </p:tav>
                                      </p:tavLst>
                                    </p:anim>
                                    <p:anim calcmode="lin" valueType="num">
                                      <p:cBhvr>
                                        <p:cTn id="49" dur="1000" fill="hold"/>
                                        <p:tgtEl>
                                          <p:spTgt spid="3">
                                            <p:txEl>
                                              <p:pRg st="4" end="4"/>
                                            </p:txEl>
                                          </p:spTgt>
                                        </p:tgtEl>
                                        <p:attrNameLst>
                                          <p:attrName>style.rotation</p:attrName>
                                        </p:attrNameLst>
                                      </p:cBhvr>
                                      <p:tavLst>
                                        <p:tav tm="0">
                                          <p:val>
                                            <p:fltVal val="90"/>
                                          </p:val>
                                        </p:tav>
                                        <p:tav tm="100000">
                                          <p:val>
                                            <p:fltVal val="0"/>
                                          </p:val>
                                        </p:tav>
                                      </p:tavLst>
                                    </p:anim>
                                    <p:animEffect transition="in" filter="fade">
                                      <p:cBhvr>
                                        <p:cTn id="50" dur="1000"/>
                                        <p:tgtEl>
                                          <p:spTgt spid="3">
                                            <p:txEl>
                                              <p:pRg st="4" end="4"/>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50" presetClass="entr" presetSubtype="0" decel="100000" fill="hold" nodeType="clickEffect">
                                  <p:stCondLst>
                                    <p:cond delay="0"/>
                                  </p:stCondLst>
                                  <p:childTnLst>
                                    <p:set>
                                      <p:cBhvr>
                                        <p:cTn id="54" dur="1" fill="hold">
                                          <p:stCondLst>
                                            <p:cond delay="0"/>
                                          </p:stCondLst>
                                        </p:cTn>
                                        <p:tgtEl>
                                          <p:spTgt spid="3">
                                            <p:txEl>
                                              <p:pRg st="5" end="5"/>
                                            </p:txEl>
                                          </p:spTgt>
                                        </p:tgtEl>
                                        <p:attrNameLst>
                                          <p:attrName>style.visibility</p:attrName>
                                        </p:attrNameLst>
                                      </p:cBhvr>
                                      <p:to>
                                        <p:strVal val="visible"/>
                                      </p:to>
                                    </p:set>
                                    <p:anim calcmode="lin" valueType="num">
                                      <p:cBhvr>
                                        <p:cTn id="55" dur="1000" fill="hold"/>
                                        <p:tgtEl>
                                          <p:spTgt spid="3">
                                            <p:txEl>
                                              <p:pRg st="5" end="5"/>
                                            </p:txEl>
                                          </p:spTgt>
                                        </p:tgtEl>
                                        <p:attrNameLst>
                                          <p:attrName>ppt_w</p:attrName>
                                        </p:attrNameLst>
                                      </p:cBhvr>
                                      <p:tavLst>
                                        <p:tav tm="0">
                                          <p:val>
                                            <p:strVal val="#ppt_w+.3"/>
                                          </p:val>
                                        </p:tav>
                                        <p:tav tm="100000">
                                          <p:val>
                                            <p:strVal val="#ppt_w"/>
                                          </p:val>
                                        </p:tav>
                                      </p:tavLst>
                                    </p:anim>
                                    <p:anim calcmode="lin" valueType="num">
                                      <p:cBhvr>
                                        <p:cTn id="56"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57" dur="1000"/>
                                        <p:tgtEl>
                                          <p:spTgt spid="3">
                                            <p:txEl>
                                              <p:pRg st="5" end="5"/>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49" presetClass="entr" presetSubtype="0" decel="100000" fill="hold" nodeType="clickEffect">
                                  <p:stCondLst>
                                    <p:cond delay="0"/>
                                  </p:stCondLst>
                                  <p:childTnLst>
                                    <p:set>
                                      <p:cBhvr>
                                        <p:cTn id="61" dur="1" fill="hold">
                                          <p:stCondLst>
                                            <p:cond delay="0"/>
                                          </p:stCondLst>
                                        </p:cTn>
                                        <p:tgtEl>
                                          <p:spTgt spid="3">
                                            <p:txEl>
                                              <p:pRg st="6" end="6"/>
                                            </p:txEl>
                                          </p:spTgt>
                                        </p:tgtEl>
                                        <p:attrNameLst>
                                          <p:attrName>style.visibility</p:attrName>
                                        </p:attrNameLst>
                                      </p:cBhvr>
                                      <p:to>
                                        <p:strVal val="visible"/>
                                      </p:to>
                                    </p:set>
                                    <p:anim calcmode="lin" valueType="num">
                                      <p:cBhvr>
                                        <p:cTn id="62" dur="500" fill="hold"/>
                                        <p:tgtEl>
                                          <p:spTgt spid="3">
                                            <p:txEl>
                                              <p:pRg st="6" end="6"/>
                                            </p:txEl>
                                          </p:spTgt>
                                        </p:tgtEl>
                                        <p:attrNameLst>
                                          <p:attrName>ppt_w</p:attrName>
                                        </p:attrNameLst>
                                      </p:cBhvr>
                                      <p:tavLst>
                                        <p:tav tm="0">
                                          <p:val>
                                            <p:fltVal val="0"/>
                                          </p:val>
                                        </p:tav>
                                        <p:tav tm="100000">
                                          <p:val>
                                            <p:strVal val="#ppt_w"/>
                                          </p:val>
                                        </p:tav>
                                      </p:tavLst>
                                    </p:anim>
                                    <p:anim calcmode="lin" valueType="num">
                                      <p:cBhvr>
                                        <p:cTn id="63" dur="500" fill="hold"/>
                                        <p:tgtEl>
                                          <p:spTgt spid="3">
                                            <p:txEl>
                                              <p:pRg st="6" end="6"/>
                                            </p:txEl>
                                          </p:spTgt>
                                        </p:tgtEl>
                                        <p:attrNameLst>
                                          <p:attrName>ppt_h</p:attrName>
                                        </p:attrNameLst>
                                      </p:cBhvr>
                                      <p:tavLst>
                                        <p:tav tm="0">
                                          <p:val>
                                            <p:fltVal val="0"/>
                                          </p:val>
                                        </p:tav>
                                        <p:tav tm="100000">
                                          <p:val>
                                            <p:strVal val="#ppt_h"/>
                                          </p:val>
                                        </p:tav>
                                      </p:tavLst>
                                    </p:anim>
                                    <p:anim calcmode="lin" valueType="num">
                                      <p:cBhvr>
                                        <p:cTn id="64" dur="500" fill="hold"/>
                                        <p:tgtEl>
                                          <p:spTgt spid="3">
                                            <p:txEl>
                                              <p:pRg st="6" end="6"/>
                                            </p:txEl>
                                          </p:spTgt>
                                        </p:tgtEl>
                                        <p:attrNameLst>
                                          <p:attrName>style.rotation</p:attrName>
                                        </p:attrNameLst>
                                      </p:cBhvr>
                                      <p:tavLst>
                                        <p:tav tm="0">
                                          <p:val>
                                            <p:fltVal val="360"/>
                                          </p:val>
                                        </p:tav>
                                        <p:tav tm="100000">
                                          <p:val>
                                            <p:fltVal val="0"/>
                                          </p:val>
                                        </p:tav>
                                      </p:tavLst>
                                    </p:anim>
                                    <p:animEffect transition="in" filter="fade">
                                      <p:cBhvr>
                                        <p:cTn id="65" dur="500"/>
                                        <p:tgtEl>
                                          <p:spTgt spid="3">
                                            <p:txEl>
                                              <p:pRg st="6" end="6"/>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6" presetClass="entr" presetSubtype="0" fill="hold" nodeType="clickEffect">
                                  <p:stCondLst>
                                    <p:cond delay="0"/>
                                  </p:stCondLst>
                                  <p:childTnLst>
                                    <p:set>
                                      <p:cBhvr>
                                        <p:cTn id="69" dur="1" fill="hold">
                                          <p:stCondLst>
                                            <p:cond delay="0"/>
                                          </p:stCondLst>
                                        </p:cTn>
                                        <p:tgtEl>
                                          <p:spTgt spid="3">
                                            <p:txEl>
                                              <p:pRg st="7" end="7"/>
                                            </p:txEl>
                                          </p:spTgt>
                                        </p:tgtEl>
                                        <p:attrNameLst>
                                          <p:attrName>style.visibility</p:attrName>
                                        </p:attrNameLst>
                                      </p:cBhvr>
                                      <p:to>
                                        <p:strVal val="visible"/>
                                      </p:to>
                                    </p:set>
                                    <p:animEffect transition="in" filter="wipe(down)">
                                      <p:cBhvr>
                                        <p:cTn id="70" dur="580">
                                          <p:stCondLst>
                                            <p:cond delay="0"/>
                                          </p:stCondLst>
                                        </p:cTn>
                                        <p:tgtEl>
                                          <p:spTgt spid="3">
                                            <p:txEl>
                                              <p:pRg st="7" end="7"/>
                                            </p:txEl>
                                          </p:spTgt>
                                        </p:tgtEl>
                                      </p:cBhvr>
                                    </p:animEffect>
                                    <p:anim calcmode="lin" valueType="num">
                                      <p:cBhvr>
                                        <p:cTn id="71"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72"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73"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74"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75"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76" dur="26">
                                          <p:stCondLst>
                                            <p:cond delay="650"/>
                                          </p:stCondLst>
                                        </p:cTn>
                                        <p:tgtEl>
                                          <p:spTgt spid="3">
                                            <p:txEl>
                                              <p:pRg st="7" end="7"/>
                                            </p:txEl>
                                          </p:spTgt>
                                        </p:tgtEl>
                                      </p:cBhvr>
                                      <p:to x="100000" y="60000"/>
                                    </p:animScale>
                                    <p:animScale>
                                      <p:cBhvr>
                                        <p:cTn id="77" dur="166" decel="50000">
                                          <p:stCondLst>
                                            <p:cond delay="676"/>
                                          </p:stCondLst>
                                        </p:cTn>
                                        <p:tgtEl>
                                          <p:spTgt spid="3">
                                            <p:txEl>
                                              <p:pRg st="7" end="7"/>
                                            </p:txEl>
                                          </p:spTgt>
                                        </p:tgtEl>
                                      </p:cBhvr>
                                      <p:to x="100000" y="100000"/>
                                    </p:animScale>
                                    <p:animScale>
                                      <p:cBhvr>
                                        <p:cTn id="78" dur="26">
                                          <p:stCondLst>
                                            <p:cond delay="1312"/>
                                          </p:stCondLst>
                                        </p:cTn>
                                        <p:tgtEl>
                                          <p:spTgt spid="3">
                                            <p:txEl>
                                              <p:pRg st="7" end="7"/>
                                            </p:txEl>
                                          </p:spTgt>
                                        </p:tgtEl>
                                      </p:cBhvr>
                                      <p:to x="100000" y="80000"/>
                                    </p:animScale>
                                    <p:animScale>
                                      <p:cBhvr>
                                        <p:cTn id="79" dur="166" decel="50000">
                                          <p:stCondLst>
                                            <p:cond delay="1338"/>
                                          </p:stCondLst>
                                        </p:cTn>
                                        <p:tgtEl>
                                          <p:spTgt spid="3">
                                            <p:txEl>
                                              <p:pRg st="7" end="7"/>
                                            </p:txEl>
                                          </p:spTgt>
                                        </p:tgtEl>
                                      </p:cBhvr>
                                      <p:to x="100000" y="100000"/>
                                    </p:animScale>
                                    <p:animScale>
                                      <p:cBhvr>
                                        <p:cTn id="80" dur="26">
                                          <p:stCondLst>
                                            <p:cond delay="1642"/>
                                          </p:stCondLst>
                                        </p:cTn>
                                        <p:tgtEl>
                                          <p:spTgt spid="3">
                                            <p:txEl>
                                              <p:pRg st="7" end="7"/>
                                            </p:txEl>
                                          </p:spTgt>
                                        </p:tgtEl>
                                      </p:cBhvr>
                                      <p:to x="100000" y="90000"/>
                                    </p:animScale>
                                    <p:animScale>
                                      <p:cBhvr>
                                        <p:cTn id="81" dur="166" decel="50000">
                                          <p:stCondLst>
                                            <p:cond delay="1668"/>
                                          </p:stCondLst>
                                        </p:cTn>
                                        <p:tgtEl>
                                          <p:spTgt spid="3">
                                            <p:txEl>
                                              <p:pRg st="7" end="7"/>
                                            </p:txEl>
                                          </p:spTgt>
                                        </p:tgtEl>
                                      </p:cBhvr>
                                      <p:to x="100000" y="100000"/>
                                    </p:animScale>
                                    <p:animScale>
                                      <p:cBhvr>
                                        <p:cTn id="82" dur="26">
                                          <p:stCondLst>
                                            <p:cond delay="1808"/>
                                          </p:stCondLst>
                                        </p:cTn>
                                        <p:tgtEl>
                                          <p:spTgt spid="3">
                                            <p:txEl>
                                              <p:pRg st="7" end="7"/>
                                            </p:txEl>
                                          </p:spTgt>
                                        </p:tgtEl>
                                      </p:cBhvr>
                                      <p:to x="100000" y="95000"/>
                                    </p:animScale>
                                    <p:animScale>
                                      <p:cBhvr>
                                        <p:cTn id="83" dur="166" decel="50000">
                                          <p:stCondLst>
                                            <p:cond delay="1834"/>
                                          </p:stCondLst>
                                        </p:cTn>
                                        <p:tgtEl>
                                          <p:spTgt spid="3">
                                            <p:txEl>
                                              <p:pRg st="7" end="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23418ADF-358F-4647-A511-FCFFEDA83429}"/>
              </a:ext>
            </a:extLst>
          </p:cNvPr>
          <p:cNvSpPr>
            <a:spLocks noGrp="1"/>
          </p:cNvSpPr>
          <p:nvPr>
            <p:ph type="title"/>
          </p:nvPr>
        </p:nvSpPr>
        <p:spPr>
          <a:xfrm>
            <a:off x="550863" y="4507200"/>
            <a:ext cx="4500562" cy="1562959"/>
          </a:xfrm>
        </p:spPr>
        <p:txBody>
          <a:bodyPr/>
          <a:lstStyle/>
          <a:p>
            <a:pPr marL="285750" indent="-285750">
              <a:buFont typeface="Wingdings" panose="05000000000000000000" pitchFamily="2" charset="2"/>
              <a:buChar char="q"/>
            </a:pP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Đồ</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thị</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mạng</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xã</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hội</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2000" b="1" dirty="0">
              <a:latin typeface="Times New Roman" panose="02020603050405020304" pitchFamily="18" charset="0"/>
              <a:cs typeface="Times New Roman" panose="02020603050405020304" pitchFamily="18" charset="0"/>
            </a:endParaRPr>
          </a:p>
        </p:txBody>
      </p:sp>
      <p:pic>
        <p:nvPicPr>
          <p:cNvPr id="18" name="Picture Placeholder 17" descr="A group of people sitting at a table">
            <a:extLst>
              <a:ext uri="{FF2B5EF4-FFF2-40B4-BE49-F238E27FC236}">
                <a16:creationId xmlns:a16="http://schemas.microsoft.com/office/drawing/2014/main" id="{E2536017-F539-430C-A901-70AB81CA612A}"/>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t="42" b="42"/>
          <a:stretch/>
        </p:blipFill>
        <p:spPr>
          <a:xfrm>
            <a:off x="0" y="-1"/>
            <a:ext cx="3054096" cy="3454403"/>
          </a:xfrm>
        </p:spPr>
      </p:pic>
      <p:pic>
        <p:nvPicPr>
          <p:cNvPr id="20" name="Picture Placeholder 19" descr="Data Points Digital background">
            <a:extLst>
              <a:ext uri="{FF2B5EF4-FFF2-40B4-BE49-F238E27FC236}">
                <a16:creationId xmlns:a16="http://schemas.microsoft.com/office/drawing/2014/main" id="{528A7D8D-1AB5-46C4-93FA-D92C2FD51692}"/>
              </a:ext>
            </a:extLst>
          </p:cNvPr>
          <p:cNvPicPr>
            <a:picLocks noGrp="1" noChangeAspect="1"/>
          </p:cNvPicPr>
          <p:nvPr>
            <p:ph type="pic" sz="quarter" idx="14"/>
          </p:nvPr>
        </p:nvPicPr>
        <p:blipFill rotWithShape="1">
          <a:blip r:embed="rId4" cstate="screen">
            <a:extLst>
              <a:ext uri="{28A0092B-C50C-407E-A947-70E740481C1C}">
                <a14:useLocalDpi xmlns:a14="http://schemas.microsoft.com/office/drawing/2010/main" val="0"/>
              </a:ext>
            </a:extLst>
          </a:blip>
          <a:srcRect t="42" b="42"/>
          <a:stretch/>
        </p:blipFill>
        <p:spPr>
          <a:xfrm>
            <a:off x="3054096" y="0"/>
            <a:ext cx="3054096" cy="3429000"/>
          </a:xfrm>
        </p:spPr>
      </p:pic>
      <p:pic>
        <p:nvPicPr>
          <p:cNvPr id="25" name="Picture Placeholder 24" descr="Digital Graph Screen">
            <a:extLst>
              <a:ext uri="{FF2B5EF4-FFF2-40B4-BE49-F238E27FC236}">
                <a16:creationId xmlns:a16="http://schemas.microsoft.com/office/drawing/2014/main" id="{B7353C46-ACC1-4078-85C2-26B57B0E58B7}"/>
              </a:ext>
            </a:extLst>
          </p:cNvPr>
          <p:cNvPicPr>
            <a:picLocks noGrp="1" noChangeAspect="1"/>
          </p:cNvPicPr>
          <p:nvPr>
            <p:ph type="pic" sz="quarter" idx="16"/>
          </p:nvPr>
        </p:nvPicPr>
        <p:blipFill rotWithShape="1">
          <a:blip r:embed="rId5" cstate="screen">
            <a:extLst>
              <a:ext uri="{28A0092B-C50C-407E-A947-70E740481C1C}">
                <a14:useLocalDpi xmlns:a14="http://schemas.microsoft.com/office/drawing/2010/main" val="0"/>
              </a:ext>
            </a:extLst>
          </a:blip>
          <a:srcRect t="42" b="42"/>
          <a:stretch/>
        </p:blipFill>
        <p:spPr>
          <a:xfrm>
            <a:off x="9137904" y="0"/>
            <a:ext cx="3054096" cy="3429000"/>
          </a:xfrm>
        </p:spPr>
      </p:pic>
      <p:sp>
        <p:nvSpPr>
          <p:cNvPr id="4" name="Date Placeholder 3">
            <a:extLst>
              <a:ext uri="{FF2B5EF4-FFF2-40B4-BE49-F238E27FC236}">
                <a16:creationId xmlns:a16="http://schemas.microsoft.com/office/drawing/2014/main" id="{0C329F70-04F7-4C70-BCF8-D4371F54EF2F}"/>
              </a:ext>
            </a:extLst>
          </p:cNvPr>
          <p:cNvSpPr>
            <a:spLocks noGrp="1"/>
          </p:cNvSpPr>
          <p:nvPr>
            <p:ph type="dt" sz="half" idx="10"/>
          </p:nvPr>
        </p:nvSpPr>
        <p:spPr>
          <a:xfrm>
            <a:off x="550863" y="6507212"/>
            <a:ext cx="2628900" cy="153888"/>
          </a:xfrm>
        </p:spPr>
        <p:txBody>
          <a:bodyPr/>
          <a:lstStyle/>
          <a:p>
            <a:r>
              <a:rPr lang="en-US"/>
              <a:t>Tuesday, February 2, 20XX</a:t>
            </a:r>
            <a:endParaRPr lang="en-US" dirty="0"/>
          </a:p>
        </p:txBody>
      </p:sp>
      <p:sp>
        <p:nvSpPr>
          <p:cNvPr id="5" name="Footer Placeholder 4">
            <a:extLst>
              <a:ext uri="{FF2B5EF4-FFF2-40B4-BE49-F238E27FC236}">
                <a16:creationId xmlns:a16="http://schemas.microsoft.com/office/drawing/2014/main" id="{06A3302E-502D-4151-81C9-5FD6AF9596D6}"/>
              </a:ext>
            </a:extLst>
          </p:cNvPr>
          <p:cNvSpPr>
            <a:spLocks noGrp="1"/>
          </p:cNvSpPr>
          <p:nvPr>
            <p:ph type="ftr" sz="quarter" idx="11"/>
          </p:nvPr>
        </p:nvSpPr>
        <p:spPr>
          <a:xfrm>
            <a:off x="3359150" y="6507212"/>
            <a:ext cx="6379210" cy="153888"/>
          </a:xfrm>
        </p:spPr>
        <p:txBody>
          <a:bodyPr/>
          <a:lstStyle/>
          <a:p>
            <a:r>
              <a:rPr lang="en-US"/>
              <a:t>Sample Footer Text</a:t>
            </a:r>
          </a:p>
        </p:txBody>
      </p:sp>
      <p:sp>
        <p:nvSpPr>
          <p:cNvPr id="6" name="Slide Number Placeholder 5">
            <a:extLst>
              <a:ext uri="{FF2B5EF4-FFF2-40B4-BE49-F238E27FC236}">
                <a16:creationId xmlns:a16="http://schemas.microsoft.com/office/drawing/2014/main" id="{9ED907F8-C614-4D59-A03F-BF9CD5E35703}"/>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3</a:t>
            </a:fld>
            <a:endParaRPr lang="en-US"/>
          </a:p>
        </p:txBody>
      </p:sp>
      <p:pic>
        <p:nvPicPr>
          <p:cNvPr id="23" name="Picture Placeholder 22" descr="A person drawing on a white board">
            <a:extLst>
              <a:ext uri="{FF2B5EF4-FFF2-40B4-BE49-F238E27FC236}">
                <a16:creationId xmlns:a16="http://schemas.microsoft.com/office/drawing/2014/main" id="{2B3C4F95-A0FA-45D9-BF43-1C398F65B891}"/>
              </a:ext>
            </a:extLst>
          </p:cNvPr>
          <p:cNvPicPr>
            <a:picLocks noGrp="1" noChangeAspect="1"/>
          </p:cNvPicPr>
          <p:nvPr>
            <p:ph type="pic" sz="quarter" idx="15"/>
          </p:nvPr>
        </p:nvPicPr>
        <p:blipFill rotWithShape="1">
          <a:blip r:embed="rId6" cstate="screen">
            <a:extLst>
              <a:ext uri="{28A0092B-C50C-407E-A947-70E740481C1C}">
                <a14:useLocalDpi xmlns:a14="http://schemas.microsoft.com/office/drawing/2010/main" val="0"/>
              </a:ext>
            </a:extLst>
          </a:blip>
          <a:srcRect t="42" b="42"/>
          <a:stretch/>
        </p:blipFill>
        <p:spPr>
          <a:xfrm>
            <a:off x="6083808" y="0"/>
            <a:ext cx="3054096" cy="3429000"/>
          </a:xfrm>
        </p:spPr>
      </p:pic>
      <p:sp>
        <p:nvSpPr>
          <p:cNvPr id="12" name="Content Placeholder 11">
            <a:extLst>
              <a:ext uri="{FF2B5EF4-FFF2-40B4-BE49-F238E27FC236}">
                <a16:creationId xmlns:a16="http://schemas.microsoft.com/office/drawing/2014/main" id="{E5127060-CDBF-435F-9009-A5451CCE305D}"/>
              </a:ext>
            </a:extLst>
          </p:cNvPr>
          <p:cNvSpPr>
            <a:spLocks noGrp="1"/>
          </p:cNvSpPr>
          <p:nvPr>
            <p:ph sz="quarter" idx="15"/>
          </p:nvPr>
        </p:nvSpPr>
        <p:spPr>
          <a:xfrm>
            <a:off x="5262563" y="4508500"/>
            <a:ext cx="6221412" cy="1563688"/>
          </a:xfrm>
          <a:noFill/>
        </p:spPr>
        <p:txBody>
          <a:bodyPr>
            <a:normAutofit/>
          </a:bodyPr>
          <a:lstStyle/>
          <a:p>
            <a:pPr algn="just">
              <a:buFont typeface="Wingdings" panose="05000000000000000000" pitchFamily="2" charset="2"/>
              <a:buChar char="§"/>
            </a:pPr>
            <a:r>
              <a:rPr lang="vi-VN" sz="1800" dirty="0">
                <a:latin typeface="Times New Roman" panose="02020603050405020304" pitchFamily="18" charset="0"/>
                <a:cs typeface="Times New Roman" panose="02020603050405020304" pitchFamily="18" charset="0"/>
              </a:rPr>
              <a:t>Đồ thị đại diện cho các kết nối trong một mạng xã hội không chỉ lớn mà còn thể hiện một dạng cục bộ, trong đó các tập con nhỏ của các nút (cộng đồng) có mật độ các cạnh cao hơn nhiều so với mật độ trung b</a:t>
            </a:r>
            <a:r>
              <a:rPr lang="en-US" sz="1800" dirty="0" err="1">
                <a:latin typeface="Times New Roman" panose="02020603050405020304" pitchFamily="18" charset="0"/>
                <a:cs typeface="Times New Roman" panose="02020603050405020304" pitchFamily="18" charset="0"/>
              </a:rPr>
              <a:t>ình</a:t>
            </a:r>
            <a:endParaRPr lang="en-US" sz="1800" dirty="0">
              <a:latin typeface="Times New Roman" panose="02020603050405020304" pitchFamily="18" charset="0"/>
              <a:cs typeface="Times New Roman" panose="02020603050405020304" pitchFamily="18" charset="0"/>
            </a:endParaRPr>
          </a:p>
        </p:txBody>
      </p:sp>
      <p:sp>
        <p:nvSpPr>
          <p:cNvPr id="14" name="Title 1">
            <a:extLst>
              <a:ext uri="{FF2B5EF4-FFF2-40B4-BE49-F238E27FC236}">
                <a16:creationId xmlns:a16="http://schemas.microsoft.com/office/drawing/2014/main" id="{269EB2AF-4FA8-49DE-83EC-788E73A7850B}"/>
              </a:ext>
            </a:extLst>
          </p:cNvPr>
          <p:cNvSpPr txBox="1">
            <a:spLocks/>
          </p:cNvSpPr>
          <p:nvPr/>
        </p:nvSpPr>
        <p:spPr>
          <a:xfrm>
            <a:off x="550863" y="3740727"/>
            <a:ext cx="10933112" cy="637309"/>
          </a:xfrm>
          <a:prstGeom prst="rect">
            <a:avLst/>
          </a:prstGeom>
        </p:spPr>
        <p:txBody>
          <a:bodyPr vert="horz" wrap="square" lIns="0" tIns="0" rIns="0" bIns="0" rtlCol="0" anchor="t" anchorCtr="0">
            <a:normAutofit fontScale="97500"/>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10.1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Mạng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xã</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hội</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dưới</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dạng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đồ</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thị</a:t>
            </a:r>
            <a:endParaRPr lang="en-US" sz="32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58886557"/>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14"/>
                                        </p:tgtEl>
                                        <p:attrNameLst>
                                          <p:attrName>r</p:attrName>
                                        </p:attrNameLst>
                                      </p:cBhvr>
                                    </p:animRot>
                                    <p:animRot by="-240000">
                                      <p:cBhvr>
                                        <p:cTn id="7" dur="200" fill="hold">
                                          <p:stCondLst>
                                            <p:cond delay="200"/>
                                          </p:stCondLst>
                                        </p:cTn>
                                        <p:tgtEl>
                                          <p:spTgt spid="14"/>
                                        </p:tgtEl>
                                        <p:attrNameLst>
                                          <p:attrName>r</p:attrName>
                                        </p:attrNameLst>
                                      </p:cBhvr>
                                    </p:animRot>
                                    <p:animRot by="240000">
                                      <p:cBhvr>
                                        <p:cTn id="8" dur="200" fill="hold">
                                          <p:stCondLst>
                                            <p:cond delay="400"/>
                                          </p:stCondLst>
                                        </p:cTn>
                                        <p:tgtEl>
                                          <p:spTgt spid="14"/>
                                        </p:tgtEl>
                                        <p:attrNameLst>
                                          <p:attrName>r</p:attrName>
                                        </p:attrNameLst>
                                      </p:cBhvr>
                                    </p:animRot>
                                    <p:animRot by="-240000">
                                      <p:cBhvr>
                                        <p:cTn id="9" dur="200" fill="hold">
                                          <p:stCondLst>
                                            <p:cond delay="600"/>
                                          </p:stCondLst>
                                        </p:cTn>
                                        <p:tgtEl>
                                          <p:spTgt spid="14"/>
                                        </p:tgtEl>
                                        <p:attrNameLst>
                                          <p:attrName>r</p:attrName>
                                        </p:attrNameLst>
                                      </p:cBhvr>
                                    </p:animRot>
                                    <p:animRot by="120000">
                                      <p:cBhvr>
                                        <p:cTn id="10" dur="200" fill="hold">
                                          <p:stCondLst>
                                            <p:cond delay="800"/>
                                          </p:stCondLst>
                                        </p:cTn>
                                        <p:tgtEl>
                                          <p:spTgt spid="14"/>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ppt_x"/>
                                          </p:val>
                                        </p:tav>
                                        <p:tav tm="100000">
                                          <p:val>
                                            <p:strVal val="#ppt_x"/>
                                          </p:val>
                                        </p:tav>
                                      </p:tavLst>
                                    </p:anim>
                                    <p:anim calcmode="lin" valueType="num">
                                      <p:cBhvr additive="base">
                                        <p:cTn id="1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animEffect transition="in" filter="circle(in)">
                                      <p:cBhvr>
                                        <p:cTn id="21" dur="2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build="p"/>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 name="Oval 35">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0" name="Group 39">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41" name="Freeform: Shape 40">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Oval 42">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4" name="Oval 43">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46" name="Rectangle 45">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48" name="Rectangle 47">
            <a:extLst>
              <a:ext uri="{FF2B5EF4-FFF2-40B4-BE49-F238E27FC236}">
                <a16:creationId xmlns:a16="http://schemas.microsoft.com/office/drawing/2014/main" id="{3C64A91D-E535-4C24-A0E3-96A3810E3F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26FC4867-BA3E-4F8E-AB23-684F34DF3D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3"/>
            <a:ext cx="9000000"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550862" y="549276"/>
            <a:ext cx="7484773" cy="771524"/>
          </a:xfrm>
        </p:spPr>
        <p:txBody>
          <a:bodyPr vert="horz" wrap="square" lIns="0" tIns="0" rIns="0" bIns="0" rtlCol="0" anchor="b" anchorCtr="0">
            <a:normAutofit/>
          </a:bodyPr>
          <a:lstStyle/>
          <a:p>
            <a:pPr>
              <a:lnSpc>
                <a:spcPct val="100000"/>
              </a:lnSpc>
            </a:pPr>
            <a:r>
              <a:rPr lang="en-US" sz="3200" b="1" dirty="0">
                <a:latin typeface="Times New Roman" panose="02020603050405020304" pitchFamily="18" charset="0"/>
                <a:ea typeface="Calibri" panose="020F0502020204030204" pitchFamily="34" charset="0"/>
                <a:cs typeface="Times New Roman" panose="02020603050405020304" pitchFamily="18" charset="0"/>
              </a:rPr>
              <a:t>10.2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Phân</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cụm</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các</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đồ</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thị</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mạng</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xã</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hội</a:t>
            </a:r>
            <a:endParaRPr lang="en-US" sz="3200" kern="1200" dirty="0">
              <a:solidFill>
                <a:schemeClr val="tx1"/>
              </a:solidFill>
            </a:endParaRP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550863" y="2188648"/>
            <a:ext cx="5437187" cy="4192217"/>
          </a:xfrm>
        </p:spPr>
        <p:txBody>
          <a:bodyPr vert="horz" wrap="square" lIns="0" tIns="0" rIns="0" bIns="0" rtlCol="0">
            <a:normAutofit/>
          </a:bodyPr>
          <a:lstStyle/>
          <a:p>
            <a:pPr marL="285750" indent="-285750">
              <a:lnSpc>
                <a:spcPct val="100000"/>
              </a:lnSpc>
              <a:buFont typeface="Wingdings" panose="05000000000000000000" pitchFamily="2" charset="2"/>
              <a:buChar char="q"/>
            </a:pP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Cộng</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đồng</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cụm</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a:t>
            </a:r>
          </a:p>
          <a:p>
            <a:pPr marL="342900" indent="-342900">
              <a:lnSpc>
                <a:spcPct val="100000"/>
              </a:lnSpc>
              <a:buFont typeface="Wingdings" panose="05000000000000000000" pitchFamily="2" charset="2"/>
              <a:buChar char="§"/>
            </a:pP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cộng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đồng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giống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cụm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theo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một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số</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cách</a:t>
            </a:r>
            <a:endParaRPr lang="en-US" sz="1800" b="1" dirty="0">
              <a:latin typeface="Times New Roman" panose="02020603050405020304" pitchFamily="18" charset="0"/>
              <a:cs typeface="Times New Roman" panose="02020603050405020304" pitchFamily="18" charset="0"/>
            </a:endParaRPr>
          </a:p>
          <a:p>
            <a:pPr marL="342900" indent="-342900" algn="just">
              <a:lnSpc>
                <a:spcPct val="100000"/>
              </a:lnSpc>
              <a:buFont typeface="Wingdings" panose="05000000000000000000" pitchFamily="2" charset="2"/>
              <a:buChar char="§"/>
            </a:pP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thuật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toán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tiêu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chuẩn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để</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tìm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cụm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trong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dữ</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liệu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không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hoạt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động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tốt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cho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việc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tìm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kiếm</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cộng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đồng</a:t>
            </a:r>
            <a:endParaRPr lang="en-US" sz="1800" b="1" kern="12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a:t>Tuesday, February 2, 20XX</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4</a:t>
            </a:fld>
            <a:endParaRPr lang="en-US"/>
          </a:p>
        </p:txBody>
      </p:sp>
    </p:spTree>
    <p:extLst>
      <p:ext uri="{BB962C8B-B14F-4D97-AF65-F5344CB8AC3E}">
        <p14:creationId xmlns:p14="http://schemas.microsoft.com/office/powerpoint/2010/main" val="560021826"/>
      </p:ext>
    </p:extLst>
  </p:cSld>
  <p:clrMapOvr>
    <a:masterClrMapping/>
  </p:clrMapOvr>
  <mc:AlternateContent xmlns:mc="http://schemas.openxmlformats.org/markup-compatibility/2006">
    <mc:Choice xmlns:p14="http://schemas.microsoft.com/office/powerpoint/2010/main" Requires="p14">
      <p:transition spd="slow" p14:dur="1400">
        <p14:doors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path" presetSubtype="0" accel="50000" decel="50000" fill="hold" grpId="0" nodeType="clickEffect">
                                  <p:stCondLst>
                                    <p:cond delay="0"/>
                                  </p:stCondLst>
                                  <p:childTnLst>
                                    <p:animMotion origin="layout" path="M 0 0 C 0.012 -0.018 0.033 -0.044 0.058 -0.044 C 0.095 -0.044 0.125 -0.017 0.125 0.017 C 0.125 0.028 0.122 0.038 0.116 0.047 C 0.117 0.047 0 0.182 0 0.183 C 0 0.182 -0.117 0.047 -0.116 0.047 C -0.122 0.038 -0.125 0.028 -0.125 0.017 C -0.125 -0.017 -0.095 -0.044 -0.057 -0.044 C -0.033 -0.044 -0.012 -0.018 0 0 Z" pathEditMode="relative" ptsTypes="">
                                      <p:cBhvr>
                                        <p:cTn id="6" dur="2000" fill="hold"/>
                                        <p:tgtEl>
                                          <p:spTgt spid="15"/>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26" presetClass="entr" presetSubtype="0" fill="hold" nodeType="clickEffect">
                                  <p:stCondLst>
                                    <p:cond delay="0"/>
                                  </p:stCondLst>
                                  <p:childTnLst>
                                    <p:set>
                                      <p:cBhvr>
                                        <p:cTn id="10" dur="1" fill="hold">
                                          <p:stCondLst>
                                            <p:cond delay="0"/>
                                          </p:stCondLst>
                                        </p:cTn>
                                        <p:tgtEl>
                                          <p:spTgt spid="16">
                                            <p:txEl>
                                              <p:pRg st="0" end="0"/>
                                            </p:txEl>
                                          </p:spTgt>
                                        </p:tgtEl>
                                        <p:attrNameLst>
                                          <p:attrName>style.visibility</p:attrName>
                                        </p:attrNameLst>
                                      </p:cBhvr>
                                      <p:to>
                                        <p:strVal val="visible"/>
                                      </p:to>
                                    </p:set>
                                    <p:animEffect transition="in" filter="wipe(down)">
                                      <p:cBhvr>
                                        <p:cTn id="11" dur="580">
                                          <p:stCondLst>
                                            <p:cond delay="0"/>
                                          </p:stCondLst>
                                        </p:cTn>
                                        <p:tgtEl>
                                          <p:spTgt spid="16">
                                            <p:txEl>
                                              <p:pRg st="0" end="0"/>
                                            </p:txEl>
                                          </p:spTgt>
                                        </p:tgtEl>
                                      </p:cBhvr>
                                    </p:animEffect>
                                    <p:anim calcmode="lin" valueType="num">
                                      <p:cBhvr>
                                        <p:cTn id="12" dur="1822" tmFilter="0,0; 0.14,0.36; 0.43,0.73; 0.71,0.91; 1.0,1.0">
                                          <p:stCondLst>
                                            <p:cond delay="0"/>
                                          </p:stCondLst>
                                        </p:cTn>
                                        <p:tgtEl>
                                          <p:spTgt spid="16">
                                            <p:txEl>
                                              <p:pRg st="0" end="0"/>
                                            </p:txEl>
                                          </p:spTgt>
                                        </p:tgtEl>
                                        <p:attrNameLst>
                                          <p:attrName>ppt_x</p:attrName>
                                        </p:attrNameLst>
                                      </p:cBhvr>
                                      <p:tavLst>
                                        <p:tav tm="0">
                                          <p:val>
                                            <p:strVal val="#ppt_x-0.25"/>
                                          </p:val>
                                        </p:tav>
                                        <p:tav tm="100000">
                                          <p:val>
                                            <p:strVal val="#ppt_x"/>
                                          </p:val>
                                        </p:tav>
                                      </p:tavLst>
                                    </p:anim>
                                    <p:anim calcmode="lin" valueType="num">
                                      <p:cBhvr>
                                        <p:cTn id="13" dur="664" tmFilter="0.0,0.0; 0.25,0.07; 0.50,0.2; 0.75,0.467; 1.0,1.0">
                                          <p:stCondLst>
                                            <p:cond delay="0"/>
                                          </p:stCondLst>
                                        </p:cTn>
                                        <p:tgtEl>
                                          <p:spTgt spid="16">
                                            <p:txEl>
                                              <p:pRg st="0" end="0"/>
                                            </p:txEl>
                                          </p:spTgt>
                                        </p:tgtEl>
                                        <p:attrNameLst>
                                          <p:attrName>ppt_y</p:attrName>
                                        </p:attrNameLst>
                                      </p:cBhvr>
                                      <p:tavLst>
                                        <p:tav tm="0" fmla="#ppt_y-sin(pi*$)/3">
                                          <p:val>
                                            <p:fltVal val="0.5"/>
                                          </p:val>
                                        </p:tav>
                                        <p:tav tm="100000">
                                          <p:val>
                                            <p:fltVal val="1"/>
                                          </p:val>
                                        </p:tav>
                                      </p:tavLst>
                                    </p:anim>
                                    <p:anim calcmode="lin" valueType="num">
                                      <p:cBhvr>
                                        <p:cTn id="14" dur="664" tmFilter="0, 0; 0.125,0.2665; 0.25,0.4; 0.375,0.465; 0.5,0.5;  0.625,0.535; 0.75,0.6; 0.875,0.7335; 1,1">
                                          <p:stCondLst>
                                            <p:cond delay="664"/>
                                          </p:stCondLst>
                                        </p:cTn>
                                        <p:tgtEl>
                                          <p:spTgt spid="16">
                                            <p:txEl>
                                              <p:pRg st="0" end="0"/>
                                            </p:txEl>
                                          </p:spTgt>
                                        </p:tgtEl>
                                        <p:attrNameLst>
                                          <p:attrName>ppt_y</p:attrName>
                                        </p:attrNameLst>
                                      </p:cBhvr>
                                      <p:tavLst>
                                        <p:tav tm="0" fmla="#ppt_y-sin(pi*$)/9">
                                          <p:val>
                                            <p:fltVal val="0"/>
                                          </p:val>
                                        </p:tav>
                                        <p:tav tm="100000">
                                          <p:val>
                                            <p:fltVal val="1"/>
                                          </p:val>
                                        </p:tav>
                                      </p:tavLst>
                                    </p:anim>
                                    <p:anim calcmode="lin" valueType="num">
                                      <p:cBhvr>
                                        <p:cTn id="15" dur="332" tmFilter="0, 0; 0.125,0.2665; 0.25,0.4; 0.375,0.465; 0.5,0.5;  0.625,0.535; 0.75,0.6; 0.875,0.7335; 1,1">
                                          <p:stCondLst>
                                            <p:cond delay="1324"/>
                                          </p:stCondLst>
                                        </p:cTn>
                                        <p:tgtEl>
                                          <p:spTgt spid="16">
                                            <p:txEl>
                                              <p:pRg st="0" end="0"/>
                                            </p:txEl>
                                          </p:spTgt>
                                        </p:tgtEl>
                                        <p:attrNameLst>
                                          <p:attrName>ppt_y</p:attrName>
                                        </p:attrNameLst>
                                      </p:cBhvr>
                                      <p:tavLst>
                                        <p:tav tm="0" fmla="#ppt_y-sin(pi*$)/27">
                                          <p:val>
                                            <p:fltVal val="0"/>
                                          </p:val>
                                        </p:tav>
                                        <p:tav tm="100000">
                                          <p:val>
                                            <p:fltVal val="1"/>
                                          </p:val>
                                        </p:tav>
                                      </p:tavLst>
                                    </p:anim>
                                    <p:anim calcmode="lin" valueType="num">
                                      <p:cBhvr>
                                        <p:cTn id="16" dur="164" tmFilter="0, 0; 0.125,0.2665; 0.25,0.4; 0.375,0.465; 0.5,0.5;  0.625,0.535; 0.75,0.6; 0.875,0.7335; 1,1">
                                          <p:stCondLst>
                                            <p:cond delay="1656"/>
                                          </p:stCondLst>
                                        </p:cTn>
                                        <p:tgtEl>
                                          <p:spTgt spid="16">
                                            <p:txEl>
                                              <p:pRg st="0" end="0"/>
                                            </p:txEl>
                                          </p:spTgt>
                                        </p:tgtEl>
                                        <p:attrNameLst>
                                          <p:attrName>ppt_y</p:attrName>
                                        </p:attrNameLst>
                                      </p:cBhvr>
                                      <p:tavLst>
                                        <p:tav tm="0" fmla="#ppt_y-sin(pi*$)/81">
                                          <p:val>
                                            <p:fltVal val="0"/>
                                          </p:val>
                                        </p:tav>
                                        <p:tav tm="100000">
                                          <p:val>
                                            <p:fltVal val="1"/>
                                          </p:val>
                                        </p:tav>
                                      </p:tavLst>
                                    </p:anim>
                                    <p:animScale>
                                      <p:cBhvr>
                                        <p:cTn id="17" dur="26">
                                          <p:stCondLst>
                                            <p:cond delay="650"/>
                                          </p:stCondLst>
                                        </p:cTn>
                                        <p:tgtEl>
                                          <p:spTgt spid="16">
                                            <p:txEl>
                                              <p:pRg st="0" end="0"/>
                                            </p:txEl>
                                          </p:spTgt>
                                        </p:tgtEl>
                                      </p:cBhvr>
                                      <p:to x="100000" y="60000"/>
                                    </p:animScale>
                                    <p:animScale>
                                      <p:cBhvr>
                                        <p:cTn id="18" dur="166" decel="50000">
                                          <p:stCondLst>
                                            <p:cond delay="676"/>
                                          </p:stCondLst>
                                        </p:cTn>
                                        <p:tgtEl>
                                          <p:spTgt spid="16">
                                            <p:txEl>
                                              <p:pRg st="0" end="0"/>
                                            </p:txEl>
                                          </p:spTgt>
                                        </p:tgtEl>
                                      </p:cBhvr>
                                      <p:to x="100000" y="100000"/>
                                    </p:animScale>
                                    <p:animScale>
                                      <p:cBhvr>
                                        <p:cTn id="19" dur="26">
                                          <p:stCondLst>
                                            <p:cond delay="1312"/>
                                          </p:stCondLst>
                                        </p:cTn>
                                        <p:tgtEl>
                                          <p:spTgt spid="16">
                                            <p:txEl>
                                              <p:pRg st="0" end="0"/>
                                            </p:txEl>
                                          </p:spTgt>
                                        </p:tgtEl>
                                      </p:cBhvr>
                                      <p:to x="100000" y="80000"/>
                                    </p:animScale>
                                    <p:animScale>
                                      <p:cBhvr>
                                        <p:cTn id="20" dur="166" decel="50000">
                                          <p:stCondLst>
                                            <p:cond delay="1338"/>
                                          </p:stCondLst>
                                        </p:cTn>
                                        <p:tgtEl>
                                          <p:spTgt spid="16">
                                            <p:txEl>
                                              <p:pRg st="0" end="0"/>
                                            </p:txEl>
                                          </p:spTgt>
                                        </p:tgtEl>
                                      </p:cBhvr>
                                      <p:to x="100000" y="100000"/>
                                    </p:animScale>
                                    <p:animScale>
                                      <p:cBhvr>
                                        <p:cTn id="21" dur="26">
                                          <p:stCondLst>
                                            <p:cond delay="1642"/>
                                          </p:stCondLst>
                                        </p:cTn>
                                        <p:tgtEl>
                                          <p:spTgt spid="16">
                                            <p:txEl>
                                              <p:pRg st="0" end="0"/>
                                            </p:txEl>
                                          </p:spTgt>
                                        </p:tgtEl>
                                      </p:cBhvr>
                                      <p:to x="100000" y="90000"/>
                                    </p:animScale>
                                    <p:animScale>
                                      <p:cBhvr>
                                        <p:cTn id="22" dur="166" decel="50000">
                                          <p:stCondLst>
                                            <p:cond delay="1668"/>
                                          </p:stCondLst>
                                        </p:cTn>
                                        <p:tgtEl>
                                          <p:spTgt spid="16">
                                            <p:txEl>
                                              <p:pRg st="0" end="0"/>
                                            </p:txEl>
                                          </p:spTgt>
                                        </p:tgtEl>
                                      </p:cBhvr>
                                      <p:to x="100000" y="100000"/>
                                    </p:animScale>
                                    <p:animScale>
                                      <p:cBhvr>
                                        <p:cTn id="23" dur="26">
                                          <p:stCondLst>
                                            <p:cond delay="1808"/>
                                          </p:stCondLst>
                                        </p:cTn>
                                        <p:tgtEl>
                                          <p:spTgt spid="16">
                                            <p:txEl>
                                              <p:pRg st="0" end="0"/>
                                            </p:txEl>
                                          </p:spTgt>
                                        </p:tgtEl>
                                      </p:cBhvr>
                                      <p:to x="100000" y="95000"/>
                                    </p:animScale>
                                    <p:animScale>
                                      <p:cBhvr>
                                        <p:cTn id="24" dur="166" decel="50000">
                                          <p:stCondLst>
                                            <p:cond delay="1834"/>
                                          </p:stCondLst>
                                        </p:cTn>
                                        <p:tgtEl>
                                          <p:spTgt spid="16">
                                            <p:txEl>
                                              <p:pRg st="0" end="0"/>
                                            </p:txEl>
                                          </p:spTgt>
                                        </p:tgtEl>
                                      </p:cBhvr>
                                      <p:to x="100000" y="100000"/>
                                    </p:animScale>
                                  </p:childTnLst>
                                </p:cTn>
                              </p:par>
                            </p:childTnLst>
                          </p:cTn>
                        </p:par>
                      </p:childTnLst>
                    </p:cTn>
                  </p:par>
                  <p:par>
                    <p:cTn id="25" fill="hold">
                      <p:stCondLst>
                        <p:cond delay="indefinite"/>
                      </p:stCondLst>
                      <p:childTnLst>
                        <p:par>
                          <p:cTn id="26" fill="hold">
                            <p:stCondLst>
                              <p:cond delay="0"/>
                            </p:stCondLst>
                            <p:childTnLst>
                              <p:par>
                                <p:cTn id="27" presetID="21" presetClass="entr" presetSubtype="1" fill="hold" nodeType="clickEffect">
                                  <p:stCondLst>
                                    <p:cond delay="0"/>
                                  </p:stCondLst>
                                  <p:childTnLst>
                                    <p:set>
                                      <p:cBhvr>
                                        <p:cTn id="28" dur="1" fill="hold">
                                          <p:stCondLst>
                                            <p:cond delay="0"/>
                                          </p:stCondLst>
                                        </p:cTn>
                                        <p:tgtEl>
                                          <p:spTgt spid="16">
                                            <p:txEl>
                                              <p:pRg st="1" end="1"/>
                                            </p:txEl>
                                          </p:spTgt>
                                        </p:tgtEl>
                                        <p:attrNameLst>
                                          <p:attrName>style.visibility</p:attrName>
                                        </p:attrNameLst>
                                      </p:cBhvr>
                                      <p:to>
                                        <p:strVal val="visible"/>
                                      </p:to>
                                    </p:set>
                                    <p:animEffect transition="in" filter="wheel(1)">
                                      <p:cBhvr>
                                        <p:cTn id="29" dur="2000"/>
                                        <p:tgtEl>
                                          <p:spTgt spid="16">
                                            <p:txEl>
                                              <p:pRg st="1" end="1"/>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6" presetClass="entr" presetSubtype="16" fill="hold" nodeType="clickEffect">
                                  <p:stCondLst>
                                    <p:cond delay="0"/>
                                  </p:stCondLst>
                                  <p:childTnLst>
                                    <p:set>
                                      <p:cBhvr>
                                        <p:cTn id="33" dur="1" fill="hold">
                                          <p:stCondLst>
                                            <p:cond delay="0"/>
                                          </p:stCondLst>
                                        </p:cTn>
                                        <p:tgtEl>
                                          <p:spTgt spid="16">
                                            <p:txEl>
                                              <p:pRg st="2" end="2"/>
                                            </p:txEl>
                                          </p:spTgt>
                                        </p:tgtEl>
                                        <p:attrNameLst>
                                          <p:attrName>style.visibility</p:attrName>
                                        </p:attrNameLst>
                                      </p:cBhvr>
                                      <p:to>
                                        <p:strVal val="visible"/>
                                      </p:to>
                                    </p:set>
                                    <p:animEffect transition="in" filter="circle(in)">
                                      <p:cBhvr>
                                        <p:cTn id="34" dur="20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550863" y="477136"/>
            <a:ext cx="7609464" cy="829150"/>
          </a:xfrm>
        </p:spPr>
        <p:txBody>
          <a:bodyPr vert="horz" wrap="square" lIns="0" tIns="0" rIns="0" bIns="0" rtlCol="0" anchor="b" anchorCtr="0">
            <a:normAutofit/>
          </a:bodyPr>
          <a:lstStyle/>
          <a:p>
            <a:pPr>
              <a:lnSpc>
                <a:spcPct val="100000"/>
              </a:lnSpc>
            </a:pPr>
            <a:r>
              <a:rPr lang="en-US" sz="3200" b="1" dirty="0">
                <a:latin typeface="Times New Roman" panose="02020603050405020304" pitchFamily="18" charset="0"/>
                <a:ea typeface="Calibri" panose="020F0502020204030204" pitchFamily="34" charset="0"/>
                <a:cs typeface="Times New Roman" panose="02020603050405020304" pitchFamily="18" charset="0"/>
              </a:rPr>
              <a:t>10.2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Phân</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cụm</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các</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đồ</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thị</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mạng</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xã</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hội</a:t>
            </a:r>
            <a:endParaRPr lang="en-US" sz="3200" kern="1200" dirty="0">
              <a:solidFill>
                <a:schemeClr val="tx1"/>
              </a:solidFill>
            </a:endParaRP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550863" y="2167392"/>
            <a:ext cx="5437187" cy="4213473"/>
          </a:xfrm>
        </p:spPr>
        <p:txBody>
          <a:bodyPr vert="horz" wrap="square" lIns="0" tIns="0" rIns="0" bIns="0" rtlCol="0">
            <a:normAutofit/>
          </a:bodyPr>
          <a:lstStyle/>
          <a:p>
            <a:pPr marL="285750" indent="-285750">
              <a:lnSpc>
                <a:spcPct val="100000"/>
              </a:lnSpc>
              <a:buFont typeface="Wingdings" panose="05000000000000000000" pitchFamily="2" charset="2"/>
              <a:buChar char="q"/>
            </a:pP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Khoảng</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giữa</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a:t>
            </a:r>
          </a:p>
          <a:p>
            <a:pPr marL="342900" indent="-342900">
              <a:lnSpc>
                <a:spcPct val="100000"/>
              </a:lnSpc>
              <a:buFont typeface="Wingdings" panose="05000000000000000000" pitchFamily="2" charset="2"/>
              <a:buChar char="§"/>
            </a:pPr>
            <a:r>
              <a:rPr lang="en-US" sz="1800" dirty="0" err="1">
                <a:latin typeface="Times New Roman" panose="02020603050405020304" pitchFamily="18" charset="0"/>
                <a:cs typeface="Times New Roman" panose="02020603050405020304" pitchFamily="18" charset="0"/>
              </a:rPr>
              <a:t>Cách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để</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tách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nút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thành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cộng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đồng</a:t>
            </a:r>
            <a:r>
              <a:rPr lang="en-US" sz="1800" dirty="0">
                <a:latin typeface="Times New Roman" panose="02020603050405020304" pitchFamily="18" charset="0"/>
                <a:cs typeface="Times New Roman" panose="02020603050405020304" pitchFamily="18" charset="0"/>
              </a:rPr>
              <a:t>:</a:t>
            </a:r>
          </a:p>
          <a:p>
            <a:pPr marL="800100" lvl="1" indent="-342900" algn="just">
              <a:lnSpc>
                <a:spcPct val="100000"/>
              </a:lnSpc>
              <a:buFont typeface="Courier New" panose="02070309020205020404" pitchFamily="49" charset="0"/>
              <a:buChar char="o"/>
            </a:pPr>
            <a:r>
              <a:rPr lang="en-US" sz="1800" dirty="0" err="1">
                <a:latin typeface="Times New Roman" panose="02020603050405020304" pitchFamily="18" charset="0"/>
                <a:cs typeface="Times New Roman" panose="02020603050405020304" pitchFamily="18" charset="0"/>
              </a:rPr>
              <a:t>Đo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khoảng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giữa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cạch</a:t>
            </a:r>
            <a:r>
              <a:rPr lang="en-US" sz="1800" dirty="0">
                <a:latin typeface="Times New Roman" panose="02020603050405020304" pitchFamily="18" charset="0"/>
                <a:cs typeface="Times New Roman" panose="02020603050405020304" pitchFamily="18" charset="0"/>
              </a:rPr>
              <a:t> (t</a:t>
            </a:r>
            <a:r>
              <a:rPr lang="vi-VN" sz="1800" dirty="0">
                <a:latin typeface="Times New Roman" panose="02020603050405020304" pitchFamily="18" charset="0"/>
                <a:cs typeface="Times New Roman" panose="02020603050405020304" pitchFamily="18" charset="0"/>
              </a:rPr>
              <a:t>ổng của tất cả các cặp nút của phần nhỏ các đường đi ngắn nhất giữa các nút đó đi qua cạnh đã c</a:t>
            </a:r>
            <a:r>
              <a:rPr lang="en-US" sz="1800" dirty="0">
                <a:latin typeface="Times New Roman" panose="02020603050405020304" pitchFamily="18" charset="0"/>
                <a:cs typeface="Times New Roman" panose="02020603050405020304" pitchFamily="18" charset="0"/>
              </a:rPr>
              <a:t>ho)</a:t>
            </a:r>
            <a:endParaRPr lang="en-US" sz="1800" b="1" dirty="0">
              <a:latin typeface="Times New Roman" panose="02020603050405020304" pitchFamily="18" charset="0"/>
              <a:cs typeface="Times New Roman" panose="02020603050405020304" pitchFamily="18" charset="0"/>
            </a:endParaRPr>
          </a:p>
          <a:p>
            <a:pPr marL="342900" indent="-342900">
              <a:lnSpc>
                <a:spcPct val="10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Đ</a:t>
            </a:r>
            <a:r>
              <a:rPr lang="vi-VN" sz="1800" dirty="0">
                <a:latin typeface="Times New Roman" panose="02020603050405020304" pitchFamily="18" charset="0"/>
                <a:cs typeface="Times New Roman" panose="02020603050405020304" pitchFamily="18" charset="0"/>
              </a:rPr>
              <a:t>ược hình thành bằng cách xóa các cạnh có khoảng giữa vượt quá một ngưỡng nhất địn</a:t>
            </a:r>
            <a:r>
              <a:rPr lang="en-US" sz="1800" dirty="0">
                <a:latin typeface="Times New Roman" panose="02020603050405020304" pitchFamily="18" charset="0"/>
                <a:cs typeface="Times New Roman" panose="02020603050405020304" pitchFamily="18" charset="0"/>
              </a:rPr>
              <a:t>h</a:t>
            </a:r>
            <a:endParaRPr lang="en-US" sz="1800" b="1" kern="12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a:t>Tuesday, February 2, 20XX</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5</a:t>
            </a:fld>
            <a:endParaRPr lang="en-US"/>
          </a:p>
        </p:txBody>
      </p:sp>
    </p:spTree>
    <p:extLst>
      <p:ext uri="{BB962C8B-B14F-4D97-AF65-F5344CB8AC3E}">
        <p14:creationId xmlns:p14="http://schemas.microsoft.com/office/powerpoint/2010/main" val="4654259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down)">
                                      <p:cBhvr>
                                        <p:cTn id="7" dur="580">
                                          <p:stCondLst>
                                            <p:cond delay="0"/>
                                          </p:stCondLst>
                                        </p:cTn>
                                        <p:tgtEl>
                                          <p:spTgt spid="16">
                                            <p:txEl>
                                              <p:pRg st="0" end="0"/>
                                            </p:txEl>
                                          </p:spTgt>
                                        </p:tgtEl>
                                      </p:cBhvr>
                                    </p:animEffect>
                                    <p:anim calcmode="lin" valueType="num">
                                      <p:cBhvr>
                                        <p:cTn id="8" dur="1822" tmFilter="0,0; 0.14,0.36; 0.43,0.73; 0.71,0.91; 1.0,1.0">
                                          <p:stCondLst>
                                            <p:cond delay="0"/>
                                          </p:stCondLst>
                                        </p:cTn>
                                        <p:tgtEl>
                                          <p:spTgt spid="16">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6">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6">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6">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6">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16">
                                            <p:txEl>
                                              <p:pRg st="0" end="0"/>
                                            </p:txEl>
                                          </p:spTgt>
                                        </p:tgtEl>
                                      </p:cBhvr>
                                      <p:to x="100000" y="60000"/>
                                    </p:animScale>
                                    <p:animScale>
                                      <p:cBhvr>
                                        <p:cTn id="14" dur="166" decel="50000">
                                          <p:stCondLst>
                                            <p:cond delay="676"/>
                                          </p:stCondLst>
                                        </p:cTn>
                                        <p:tgtEl>
                                          <p:spTgt spid="16">
                                            <p:txEl>
                                              <p:pRg st="0" end="0"/>
                                            </p:txEl>
                                          </p:spTgt>
                                        </p:tgtEl>
                                      </p:cBhvr>
                                      <p:to x="100000" y="100000"/>
                                    </p:animScale>
                                    <p:animScale>
                                      <p:cBhvr>
                                        <p:cTn id="15" dur="26">
                                          <p:stCondLst>
                                            <p:cond delay="1312"/>
                                          </p:stCondLst>
                                        </p:cTn>
                                        <p:tgtEl>
                                          <p:spTgt spid="16">
                                            <p:txEl>
                                              <p:pRg st="0" end="0"/>
                                            </p:txEl>
                                          </p:spTgt>
                                        </p:tgtEl>
                                      </p:cBhvr>
                                      <p:to x="100000" y="80000"/>
                                    </p:animScale>
                                    <p:animScale>
                                      <p:cBhvr>
                                        <p:cTn id="16" dur="166" decel="50000">
                                          <p:stCondLst>
                                            <p:cond delay="1338"/>
                                          </p:stCondLst>
                                        </p:cTn>
                                        <p:tgtEl>
                                          <p:spTgt spid="16">
                                            <p:txEl>
                                              <p:pRg st="0" end="0"/>
                                            </p:txEl>
                                          </p:spTgt>
                                        </p:tgtEl>
                                      </p:cBhvr>
                                      <p:to x="100000" y="100000"/>
                                    </p:animScale>
                                    <p:animScale>
                                      <p:cBhvr>
                                        <p:cTn id="17" dur="26">
                                          <p:stCondLst>
                                            <p:cond delay="1642"/>
                                          </p:stCondLst>
                                        </p:cTn>
                                        <p:tgtEl>
                                          <p:spTgt spid="16">
                                            <p:txEl>
                                              <p:pRg st="0" end="0"/>
                                            </p:txEl>
                                          </p:spTgt>
                                        </p:tgtEl>
                                      </p:cBhvr>
                                      <p:to x="100000" y="90000"/>
                                    </p:animScale>
                                    <p:animScale>
                                      <p:cBhvr>
                                        <p:cTn id="18" dur="166" decel="50000">
                                          <p:stCondLst>
                                            <p:cond delay="1668"/>
                                          </p:stCondLst>
                                        </p:cTn>
                                        <p:tgtEl>
                                          <p:spTgt spid="16">
                                            <p:txEl>
                                              <p:pRg st="0" end="0"/>
                                            </p:txEl>
                                          </p:spTgt>
                                        </p:tgtEl>
                                      </p:cBhvr>
                                      <p:to x="100000" y="100000"/>
                                    </p:animScale>
                                    <p:animScale>
                                      <p:cBhvr>
                                        <p:cTn id="19" dur="26">
                                          <p:stCondLst>
                                            <p:cond delay="1808"/>
                                          </p:stCondLst>
                                        </p:cTn>
                                        <p:tgtEl>
                                          <p:spTgt spid="16">
                                            <p:txEl>
                                              <p:pRg st="0" end="0"/>
                                            </p:txEl>
                                          </p:spTgt>
                                        </p:tgtEl>
                                      </p:cBhvr>
                                      <p:to x="100000" y="95000"/>
                                    </p:animScale>
                                    <p:animScale>
                                      <p:cBhvr>
                                        <p:cTn id="20" dur="166" decel="50000">
                                          <p:stCondLst>
                                            <p:cond delay="1834"/>
                                          </p:stCondLst>
                                        </p:cTn>
                                        <p:tgtEl>
                                          <p:spTgt spid="16">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16">
                                            <p:txEl>
                                              <p:pRg st="1" end="1"/>
                                            </p:txEl>
                                          </p:spTgt>
                                        </p:tgtEl>
                                        <p:attrNameLst>
                                          <p:attrName>style.visibility</p:attrName>
                                        </p:attrNameLst>
                                      </p:cBhvr>
                                      <p:to>
                                        <p:strVal val="visible"/>
                                      </p:to>
                                    </p:set>
                                    <p:animEffect transition="in" filter="fade">
                                      <p:cBhvr>
                                        <p:cTn id="25" dur="1000"/>
                                        <p:tgtEl>
                                          <p:spTgt spid="16">
                                            <p:txEl>
                                              <p:pRg st="1" end="1"/>
                                            </p:txEl>
                                          </p:spTgt>
                                        </p:tgtEl>
                                      </p:cBhvr>
                                    </p:animEffect>
                                    <p:anim calcmode="lin" valueType="num">
                                      <p:cBhvr>
                                        <p:cTn id="26" dur="1000" fill="hold"/>
                                        <p:tgtEl>
                                          <p:spTgt spid="16">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1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16">
                                            <p:txEl>
                                              <p:pRg st="2" end="2"/>
                                            </p:txEl>
                                          </p:spTgt>
                                        </p:tgtEl>
                                        <p:attrNameLst>
                                          <p:attrName>style.visibility</p:attrName>
                                        </p:attrNameLst>
                                      </p:cBhvr>
                                      <p:to>
                                        <p:strVal val="visible"/>
                                      </p:to>
                                    </p:set>
                                    <p:animEffect transition="in" filter="barn(inVertical)">
                                      <p:cBhvr>
                                        <p:cTn id="32" dur="500"/>
                                        <p:tgtEl>
                                          <p:spTgt spid="16">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16">
                                            <p:txEl>
                                              <p:pRg st="3" end="3"/>
                                            </p:txEl>
                                          </p:spTgt>
                                        </p:tgtEl>
                                        <p:attrNameLst>
                                          <p:attrName>style.visibility</p:attrName>
                                        </p:attrNameLst>
                                      </p:cBhvr>
                                      <p:to>
                                        <p:strVal val="visible"/>
                                      </p:to>
                                    </p:set>
                                    <p:animEffect transition="in" filter="circle(in)">
                                      <p:cBhvr>
                                        <p:cTn id="37" dur="20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Data Points Digital background">
            <a:extLst>
              <a:ext uri="{FF2B5EF4-FFF2-40B4-BE49-F238E27FC236}">
                <a16:creationId xmlns:a16="http://schemas.microsoft.com/office/drawing/2014/main" id="{5FED7C55-F545-49A1-90FD-D853A25AB453}"/>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a:stretch>
            <a:fillRect/>
          </a:stretch>
        </p:blipFill>
        <p:spPr/>
      </p:pic>
      <p:sp>
        <p:nvSpPr>
          <p:cNvPr id="15" name="Title 14">
            <a:extLst>
              <a:ext uri="{FF2B5EF4-FFF2-40B4-BE49-F238E27FC236}">
                <a16:creationId xmlns:a16="http://schemas.microsoft.com/office/drawing/2014/main" id="{40F1DF5B-353A-4270-8C10-6A1509441174}"/>
              </a:ext>
            </a:extLst>
          </p:cNvPr>
          <p:cNvSpPr>
            <a:spLocks noGrp="1"/>
          </p:cNvSpPr>
          <p:nvPr>
            <p:ph type="ctrTitle"/>
          </p:nvPr>
        </p:nvSpPr>
        <p:spPr>
          <a:xfrm>
            <a:off x="550863" y="638629"/>
            <a:ext cx="7567901" cy="1144183"/>
          </a:xfrm>
        </p:spPr>
        <p:txBody>
          <a:bodyPr vert="horz" wrap="square" lIns="0" tIns="0" rIns="0" bIns="0" rtlCol="0" anchor="b" anchorCtr="0">
            <a:noAutofit/>
          </a:bodyPr>
          <a:lstStyle/>
          <a:p>
            <a:pPr>
              <a:lnSpc>
                <a:spcPct val="100000"/>
              </a:lnSpc>
            </a:pPr>
            <a:r>
              <a:rPr lang="en-US" sz="3200" b="1" dirty="0">
                <a:latin typeface="Times New Roman" panose="02020603050405020304" pitchFamily="18" charset="0"/>
                <a:ea typeface="Calibri" panose="020F0502020204030204" pitchFamily="34" charset="0"/>
                <a:cs typeface="Times New Roman" panose="02020603050405020304" pitchFamily="18" charset="0"/>
              </a:rPr>
              <a:t>10.2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Phân</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cụm</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các</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đồ</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thị</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mạng</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xã</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hội</a:t>
            </a:r>
            <a:br>
              <a:rPr lang="en-US" sz="3200" dirty="0">
                <a:latin typeface="Times New Roman" panose="02020603050405020304" pitchFamily="18" charset="0"/>
                <a:ea typeface="Calibri" panose="020F0502020204030204" pitchFamily="34" charset="0"/>
                <a:cs typeface="Times New Roman" panose="02020603050405020304" pitchFamily="18" charset="0"/>
              </a:rPr>
            </a:br>
            <a:endParaRPr lang="en-US" sz="3200" kern="1200" dirty="0">
              <a:solidFill>
                <a:schemeClr val="tx1"/>
              </a:solidFill>
              <a:latin typeface="Times New Roman" panose="02020603050405020304" pitchFamily="18" charset="0"/>
              <a:cs typeface="Times New Roman" panose="02020603050405020304" pitchFamily="18" charset="0"/>
            </a:endParaRPr>
          </a:p>
        </p:txBody>
      </p:sp>
      <p:sp>
        <p:nvSpPr>
          <p:cNvPr id="16" name="Subtitle 15">
            <a:extLst>
              <a:ext uri="{FF2B5EF4-FFF2-40B4-BE49-F238E27FC236}">
                <a16:creationId xmlns:a16="http://schemas.microsoft.com/office/drawing/2014/main" id="{4BDCF583-1D5D-4235-97C2-39272B80A0B1}"/>
              </a:ext>
            </a:extLst>
          </p:cNvPr>
          <p:cNvSpPr>
            <a:spLocks noGrp="1"/>
          </p:cNvSpPr>
          <p:nvPr>
            <p:ph type="subTitle" idx="1"/>
          </p:nvPr>
        </p:nvSpPr>
        <p:spPr>
          <a:xfrm>
            <a:off x="550863" y="2133600"/>
            <a:ext cx="5437187" cy="4247265"/>
          </a:xfrm>
        </p:spPr>
        <p:txBody>
          <a:bodyPr vert="horz" wrap="square" lIns="0" tIns="0" rIns="0" bIns="0" rtlCol="0">
            <a:normAutofit/>
          </a:bodyPr>
          <a:lstStyle/>
          <a:p>
            <a:pPr marL="285750" indent="-285750">
              <a:lnSpc>
                <a:spcPct val="100000"/>
              </a:lnSpc>
              <a:buFont typeface="Wingdings" panose="05000000000000000000" pitchFamily="2" charset="2"/>
              <a:buChar char="q"/>
            </a:pPr>
            <a:r>
              <a:rPr lang="vi-VN" sz="2000" b="1" kern="0" dirty="0">
                <a:effectLst/>
                <a:latin typeface="Times New Roman" panose="02020603050405020304" pitchFamily="18" charset="0"/>
                <a:ea typeface="Arial" panose="020B0604020202020204" pitchFamily="34" charset="0"/>
                <a:cs typeface="Times New Roman" panose="02020603050405020304" pitchFamily="18" charset="0"/>
              </a:rPr>
              <a:t>Thuật toán</a:t>
            </a:r>
            <a:r>
              <a:rPr lang="vi-VN" sz="2000" b="1" kern="0" spc="30" dirty="0">
                <a:effectLst/>
                <a:latin typeface="Times New Roman" panose="02020603050405020304" pitchFamily="18" charset="0"/>
                <a:ea typeface="Arial" panose="020B0604020202020204" pitchFamily="34" charset="0"/>
                <a:cs typeface="Times New Roman" panose="02020603050405020304" pitchFamily="18" charset="0"/>
              </a:rPr>
              <a:t> </a:t>
            </a:r>
            <a:r>
              <a:rPr lang="vi-VN" sz="2000" b="1" kern="0" spc="-15" dirty="0">
                <a:effectLst/>
                <a:latin typeface="Times New Roman" panose="02020603050405020304" pitchFamily="18" charset="0"/>
                <a:ea typeface="Arial" panose="020B0604020202020204" pitchFamily="34" charset="0"/>
                <a:cs typeface="Times New Roman" panose="02020603050405020304" pitchFamily="18" charset="0"/>
              </a:rPr>
              <a:t>Girvan-Newman</a:t>
            </a:r>
            <a:r>
              <a:rPr lang="en-US" sz="2000" b="1" kern="0" spc="-15" dirty="0">
                <a:effectLst/>
                <a:latin typeface="Times New Roman" panose="02020603050405020304" pitchFamily="18" charset="0"/>
                <a:ea typeface="Arial" panose="020B0604020202020204" pitchFamily="34" charset="0"/>
                <a:cs typeface="Times New Roman" panose="02020603050405020304" pitchFamily="18" charset="0"/>
              </a:rPr>
              <a:t>:</a:t>
            </a:r>
            <a:endParaRPr lang="en-US" sz="2000" b="1" kern="0" dirty="0">
              <a:effectLst/>
              <a:latin typeface="Times New Roman" panose="02020603050405020304" pitchFamily="18" charset="0"/>
              <a:ea typeface="Arial" panose="020B0604020202020204" pitchFamily="34" charset="0"/>
              <a:cs typeface="Times New Roman" panose="02020603050405020304" pitchFamily="18" charset="0"/>
            </a:endParaRPr>
          </a:p>
          <a:p>
            <a:pPr marL="342900" indent="-342900">
              <a:lnSpc>
                <a:spcPct val="100000"/>
              </a:lnSpc>
              <a:buFont typeface="Wingdings" panose="05000000000000000000" pitchFamily="2" charset="2"/>
              <a:buChar char="§"/>
            </a:pPr>
            <a:r>
              <a:rPr lang="en-US" sz="1800" dirty="0" err="1">
                <a:latin typeface="Times New Roman" panose="02020603050405020304" pitchFamily="18" charset="0"/>
                <a:cs typeface="Times New Roman" panose="02020603050405020304" pitchFamily="18" charset="0"/>
              </a:rPr>
              <a:t>Là</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một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kỹ</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thuật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hiệu</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quả</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để</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tính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toán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khoảng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cách</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giữa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cạnh</a:t>
            </a:r>
            <a:endParaRPr lang="en-US" sz="1800" dirty="0">
              <a:latin typeface="Times New Roman" panose="02020603050405020304" pitchFamily="18" charset="0"/>
              <a:cs typeface="Times New Roman" panose="02020603050405020304" pitchFamily="18" charset="0"/>
            </a:endParaRPr>
          </a:p>
          <a:p>
            <a:pPr marL="342900" indent="-342900">
              <a:lnSpc>
                <a:spcPct val="100000"/>
              </a:lnSpc>
              <a:buFont typeface="Wingdings" panose="05000000000000000000" pitchFamily="2" charset="2"/>
              <a:buChar char="§"/>
            </a:pPr>
            <a:r>
              <a:rPr lang="vi-VN" sz="1800" dirty="0">
                <a:latin typeface="Times New Roman" panose="02020603050405020304" pitchFamily="18" charset="0"/>
                <a:cs typeface="Times New Roman" panose="02020603050405020304" pitchFamily="18" charset="0"/>
              </a:rPr>
              <a:t>Một tìm kiếm đầu tiên theo chiều rộng từ mỗi nút được thực h</a:t>
            </a:r>
            <a:r>
              <a:rPr lang="en-US" sz="1800" dirty="0" err="1">
                <a:latin typeface="Times New Roman" panose="02020603050405020304" pitchFamily="18" charset="0"/>
                <a:cs typeface="Times New Roman" panose="02020603050405020304" pitchFamily="18" charset="0"/>
              </a:rPr>
              <a:t>iện</a:t>
            </a:r>
            <a:endParaRPr lang="en-US" sz="1800" dirty="0">
              <a:latin typeface="Times New Roman" panose="02020603050405020304" pitchFamily="18" charset="0"/>
              <a:cs typeface="Times New Roman" panose="02020603050405020304" pitchFamily="18" charset="0"/>
            </a:endParaRPr>
          </a:p>
          <a:p>
            <a:pPr marL="342900" indent="-342900" algn="just">
              <a:lnSpc>
                <a:spcPct val="10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M</a:t>
            </a:r>
            <a:r>
              <a:rPr lang="vi-VN" sz="1800" dirty="0">
                <a:latin typeface="Times New Roman" panose="02020603050405020304" pitchFamily="18" charset="0"/>
                <a:cs typeface="Times New Roman" panose="02020603050405020304" pitchFamily="18" charset="0"/>
              </a:rPr>
              <a:t>ột chuỗi các bước gắn nhãn tính toán phần chia sẻ của các đường dẫn từ gốc đến mỗi nút khác đi qua mỗi cạ</a:t>
            </a:r>
            <a:r>
              <a:rPr lang="en-US" sz="1800" dirty="0" err="1">
                <a:latin typeface="Times New Roman" panose="02020603050405020304" pitchFamily="18" charset="0"/>
                <a:cs typeface="Times New Roman" panose="02020603050405020304" pitchFamily="18" charset="0"/>
              </a:rPr>
              <a:t>nh</a:t>
            </a:r>
            <a:endParaRPr lang="en-US" sz="1800" dirty="0">
              <a:latin typeface="Times New Roman" panose="02020603050405020304" pitchFamily="18" charset="0"/>
              <a:cs typeface="Times New Roman" panose="02020603050405020304" pitchFamily="18" charset="0"/>
            </a:endParaRPr>
          </a:p>
          <a:p>
            <a:pPr marL="342900" indent="-342900">
              <a:lnSpc>
                <a:spcPct val="100000"/>
              </a:lnSpc>
              <a:buFont typeface="Wingdings" panose="05000000000000000000" pitchFamily="2" charset="2"/>
              <a:buChar char="§"/>
            </a:pPr>
            <a:r>
              <a:rPr lang="vi-VN" sz="1800" dirty="0">
                <a:latin typeface="Times New Roman" panose="02020603050405020304" pitchFamily="18" charset="0"/>
                <a:cs typeface="Times New Roman" panose="02020603050405020304" pitchFamily="18" charset="0"/>
              </a:rPr>
              <a:t>Các chia sẻ cho một cạnh được tính cho mỗi gốc được cộng lại để có được độ chính gi</a:t>
            </a:r>
            <a:r>
              <a:rPr lang="en-US" sz="1800" dirty="0" err="1">
                <a:latin typeface="Times New Roman" panose="02020603050405020304" pitchFamily="18" charset="0"/>
                <a:cs typeface="Times New Roman" panose="02020603050405020304" pitchFamily="18" charset="0"/>
              </a:rPr>
              <a:t>ữa</a:t>
            </a:r>
            <a:endParaRPr lang="en-US" sz="1800" b="1" kern="12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2910D835-B454-4270-BB35-86A187307E6F}"/>
              </a:ext>
            </a:extLst>
          </p:cNvPr>
          <p:cNvSpPr>
            <a:spLocks noGrp="1"/>
          </p:cNvSpPr>
          <p:nvPr>
            <p:ph type="dt" sz="half" idx="10"/>
          </p:nvPr>
        </p:nvSpPr>
        <p:spPr/>
        <p:txBody>
          <a:bodyPr/>
          <a:lstStyle/>
          <a:p>
            <a:r>
              <a:rPr lang="en-US"/>
              <a:t>Tuesday, February 2, 20XX</a:t>
            </a:r>
          </a:p>
        </p:txBody>
      </p:sp>
      <p:sp>
        <p:nvSpPr>
          <p:cNvPr id="3" name="Footer Placeholder 2">
            <a:extLst>
              <a:ext uri="{FF2B5EF4-FFF2-40B4-BE49-F238E27FC236}">
                <a16:creationId xmlns:a16="http://schemas.microsoft.com/office/drawing/2014/main" id="{7F7F653B-90B5-4F47-A33F-93DCB2EF68C2}"/>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E1E7D98D-6710-41D2-B258-E1A1059D29F8}"/>
              </a:ext>
            </a:extLst>
          </p:cNvPr>
          <p:cNvSpPr>
            <a:spLocks noGrp="1"/>
          </p:cNvSpPr>
          <p:nvPr>
            <p:ph type="sldNum" sz="quarter" idx="12"/>
          </p:nvPr>
        </p:nvSpPr>
        <p:spPr/>
        <p:txBody>
          <a:bodyPr/>
          <a:lstStyle/>
          <a:p>
            <a:fld id="{DBA1B0FB-D917-4C8C-928F-313BD683BF39}" type="slidenum">
              <a:rPr lang="en-US" smtClean="0"/>
              <a:t>6</a:t>
            </a:fld>
            <a:endParaRPr lang="en-US"/>
          </a:p>
        </p:txBody>
      </p:sp>
    </p:spTree>
    <p:extLst>
      <p:ext uri="{BB962C8B-B14F-4D97-AF65-F5344CB8AC3E}">
        <p14:creationId xmlns:p14="http://schemas.microsoft.com/office/powerpoint/2010/main" val="122222629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nodeType="clickEffect">
                                  <p:stCondLst>
                                    <p:cond delay="0"/>
                                  </p:stCondLst>
                                  <p:childTnLst>
                                    <p:animRot by="120000">
                                      <p:cBhvr>
                                        <p:cTn id="6" dur="100" fill="hold">
                                          <p:stCondLst>
                                            <p:cond delay="0"/>
                                          </p:stCondLst>
                                        </p:cTn>
                                        <p:tgtEl>
                                          <p:spTgt spid="16">
                                            <p:txEl>
                                              <p:pRg st="0" end="0"/>
                                            </p:txEl>
                                          </p:spTgt>
                                        </p:tgtEl>
                                        <p:attrNameLst>
                                          <p:attrName>r</p:attrName>
                                        </p:attrNameLst>
                                      </p:cBhvr>
                                    </p:animRot>
                                    <p:animRot by="-240000">
                                      <p:cBhvr>
                                        <p:cTn id="7" dur="200" fill="hold">
                                          <p:stCondLst>
                                            <p:cond delay="200"/>
                                          </p:stCondLst>
                                        </p:cTn>
                                        <p:tgtEl>
                                          <p:spTgt spid="16">
                                            <p:txEl>
                                              <p:pRg st="0" end="0"/>
                                            </p:txEl>
                                          </p:spTgt>
                                        </p:tgtEl>
                                        <p:attrNameLst>
                                          <p:attrName>r</p:attrName>
                                        </p:attrNameLst>
                                      </p:cBhvr>
                                    </p:animRot>
                                    <p:animRot by="240000">
                                      <p:cBhvr>
                                        <p:cTn id="8" dur="200" fill="hold">
                                          <p:stCondLst>
                                            <p:cond delay="400"/>
                                          </p:stCondLst>
                                        </p:cTn>
                                        <p:tgtEl>
                                          <p:spTgt spid="16">
                                            <p:txEl>
                                              <p:pRg st="0" end="0"/>
                                            </p:txEl>
                                          </p:spTgt>
                                        </p:tgtEl>
                                        <p:attrNameLst>
                                          <p:attrName>r</p:attrName>
                                        </p:attrNameLst>
                                      </p:cBhvr>
                                    </p:animRot>
                                    <p:animRot by="-240000">
                                      <p:cBhvr>
                                        <p:cTn id="9" dur="200" fill="hold">
                                          <p:stCondLst>
                                            <p:cond delay="600"/>
                                          </p:stCondLst>
                                        </p:cTn>
                                        <p:tgtEl>
                                          <p:spTgt spid="16">
                                            <p:txEl>
                                              <p:pRg st="0" end="0"/>
                                            </p:txEl>
                                          </p:spTgt>
                                        </p:tgtEl>
                                        <p:attrNameLst>
                                          <p:attrName>r</p:attrName>
                                        </p:attrNameLst>
                                      </p:cBhvr>
                                    </p:animRot>
                                    <p:animRot by="120000">
                                      <p:cBhvr>
                                        <p:cTn id="10" dur="200" fill="hold">
                                          <p:stCondLst>
                                            <p:cond delay="800"/>
                                          </p:stCondLst>
                                        </p:cTn>
                                        <p:tgtEl>
                                          <p:spTgt spid="16">
                                            <p:txEl>
                                              <p:pRg st="0" end="0"/>
                                            </p:txEl>
                                          </p:spTgt>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16">
                                            <p:txEl>
                                              <p:pRg st="1" end="1"/>
                                            </p:txEl>
                                          </p:spTgt>
                                        </p:tgtEl>
                                        <p:attrNameLst>
                                          <p:attrName>style.visibility</p:attrName>
                                        </p:attrNameLst>
                                      </p:cBhvr>
                                      <p:to>
                                        <p:strVal val="visible"/>
                                      </p:to>
                                    </p:set>
                                    <p:animEffect transition="in" filter="checkerboard(across)">
                                      <p:cBhvr>
                                        <p:cTn id="15" dur="500"/>
                                        <p:tgtEl>
                                          <p:spTgt spid="16">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nodeType="clickEffect">
                                  <p:stCondLst>
                                    <p:cond delay="0"/>
                                  </p:stCondLst>
                                  <p:childTnLst>
                                    <p:set>
                                      <p:cBhvr>
                                        <p:cTn id="19" dur="1" fill="hold">
                                          <p:stCondLst>
                                            <p:cond delay="0"/>
                                          </p:stCondLst>
                                        </p:cTn>
                                        <p:tgtEl>
                                          <p:spTgt spid="16">
                                            <p:txEl>
                                              <p:pRg st="2" end="2"/>
                                            </p:txEl>
                                          </p:spTgt>
                                        </p:tgtEl>
                                        <p:attrNameLst>
                                          <p:attrName>style.visibility</p:attrName>
                                        </p:attrNameLst>
                                      </p:cBhvr>
                                      <p:to>
                                        <p:strVal val="visible"/>
                                      </p:to>
                                    </p:set>
                                    <p:anim calcmode="lin" valueType="num">
                                      <p:cBhvr>
                                        <p:cTn id="20" dur="1000" fill="hold"/>
                                        <p:tgtEl>
                                          <p:spTgt spid="16">
                                            <p:txEl>
                                              <p:pRg st="2" end="2"/>
                                            </p:txEl>
                                          </p:spTgt>
                                        </p:tgtEl>
                                        <p:attrNameLst>
                                          <p:attrName>ppt_w</p:attrName>
                                        </p:attrNameLst>
                                      </p:cBhvr>
                                      <p:tavLst>
                                        <p:tav tm="0">
                                          <p:val>
                                            <p:strVal val="#ppt_w*0.70"/>
                                          </p:val>
                                        </p:tav>
                                        <p:tav tm="100000">
                                          <p:val>
                                            <p:strVal val="#ppt_w"/>
                                          </p:val>
                                        </p:tav>
                                      </p:tavLst>
                                    </p:anim>
                                    <p:anim calcmode="lin" valueType="num">
                                      <p:cBhvr>
                                        <p:cTn id="21" dur="1000" fill="hold"/>
                                        <p:tgtEl>
                                          <p:spTgt spid="16">
                                            <p:txEl>
                                              <p:pRg st="2" end="2"/>
                                            </p:txEl>
                                          </p:spTgt>
                                        </p:tgtEl>
                                        <p:attrNameLst>
                                          <p:attrName>ppt_h</p:attrName>
                                        </p:attrNameLst>
                                      </p:cBhvr>
                                      <p:tavLst>
                                        <p:tav tm="0">
                                          <p:val>
                                            <p:strVal val="#ppt_h"/>
                                          </p:val>
                                        </p:tav>
                                        <p:tav tm="100000">
                                          <p:val>
                                            <p:strVal val="#ppt_h"/>
                                          </p:val>
                                        </p:tav>
                                      </p:tavLst>
                                    </p:anim>
                                    <p:animEffect transition="in" filter="fade">
                                      <p:cBhvr>
                                        <p:cTn id="22" dur="1000"/>
                                        <p:tgtEl>
                                          <p:spTgt spid="1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7" presetClass="entr" presetSubtype="0" fill="hold" nodeType="clickEffect">
                                  <p:stCondLst>
                                    <p:cond delay="0"/>
                                  </p:stCondLst>
                                  <p:childTnLst>
                                    <p:set>
                                      <p:cBhvr>
                                        <p:cTn id="26" dur="1" fill="hold">
                                          <p:stCondLst>
                                            <p:cond delay="0"/>
                                          </p:stCondLst>
                                        </p:cTn>
                                        <p:tgtEl>
                                          <p:spTgt spid="16">
                                            <p:txEl>
                                              <p:pRg st="3" end="3"/>
                                            </p:txEl>
                                          </p:spTgt>
                                        </p:tgtEl>
                                        <p:attrNameLst>
                                          <p:attrName>style.visibility</p:attrName>
                                        </p:attrNameLst>
                                      </p:cBhvr>
                                      <p:to>
                                        <p:strVal val="visible"/>
                                      </p:to>
                                    </p:set>
                                    <p:animEffect transition="in" filter="fade">
                                      <p:cBhvr>
                                        <p:cTn id="27" dur="1000"/>
                                        <p:tgtEl>
                                          <p:spTgt spid="16">
                                            <p:txEl>
                                              <p:pRg st="3" end="3"/>
                                            </p:txEl>
                                          </p:spTgt>
                                        </p:tgtEl>
                                      </p:cBhvr>
                                    </p:animEffect>
                                    <p:anim calcmode="lin" valueType="num">
                                      <p:cBhvr>
                                        <p:cTn id="28" dur="1000" fill="hold"/>
                                        <p:tgtEl>
                                          <p:spTgt spid="16">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1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7" presetClass="entr" presetSubtype="0" fill="hold" nodeType="clickEffect">
                                  <p:stCondLst>
                                    <p:cond delay="0"/>
                                  </p:stCondLst>
                                  <p:childTnLst>
                                    <p:set>
                                      <p:cBhvr>
                                        <p:cTn id="33" dur="1" fill="hold">
                                          <p:stCondLst>
                                            <p:cond delay="0"/>
                                          </p:stCondLst>
                                        </p:cTn>
                                        <p:tgtEl>
                                          <p:spTgt spid="16">
                                            <p:txEl>
                                              <p:pRg st="4" end="4"/>
                                            </p:txEl>
                                          </p:spTgt>
                                        </p:tgtEl>
                                        <p:attrNameLst>
                                          <p:attrName>style.visibility</p:attrName>
                                        </p:attrNameLst>
                                      </p:cBhvr>
                                      <p:to>
                                        <p:strVal val="visible"/>
                                      </p:to>
                                    </p:set>
                                    <p:animEffect transition="in" filter="fade">
                                      <p:cBhvr>
                                        <p:cTn id="34" dur="1000"/>
                                        <p:tgtEl>
                                          <p:spTgt spid="16">
                                            <p:txEl>
                                              <p:pRg st="4" end="4"/>
                                            </p:txEl>
                                          </p:spTgt>
                                        </p:tgtEl>
                                      </p:cBhvr>
                                    </p:animEffect>
                                    <p:anim calcmode="lin" valueType="num">
                                      <p:cBhvr>
                                        <p:cTn id="35" dur="1000" fill="hold"/>
                                        <p:tgtEl>
                                          <p:spTgt spid="16">
                                            <p:txEl>
                                              <p:pRg st="4" end="4"/>
                                            </p:txEl>
                                          </p:spTgt>
                                        </p:tgtEl>
                                        <p:attrNameLst>
                                          <p:attrName>ppt_x</p:attrName>
                                        </p:attrNameLst>
                                      </p:cBhvr>
                                      <p:tavLst>
                                        <p:tav tm="0">
                                          <p:val>
                                            <p:strVal val="#ppt_x"/>
                                          </p:val>
                                        </p:tav>
                                        <p:tav tm="100000">
                                          <p:val>
                                            <p:strVal val="#ppt_x"/>
                                          </p:val>
                                        </p:tav>
                                      </p:tavLst>
                                    </p:anim>
                                    <p:anim calcmode="lin" valueType="num">
                                      <p:cBhvr>
                                        <p:cTn id="36" dur="900" decel="100000" fill="hold"/>
                                        <p:tgtEl>
                                          <p:spTgt spid="16">
                                            <p:txEl>
                                              <p:pRg st="4" end="4"/>
                                            </p:txEl>
                                          </p:spTgt>
                                        </p:tgtEl>
                                        <p:attrNameLst>
                                          <p:attrName>ppt_y</p:attrName>
                                        </p:attrNameLst>
                                      </p:cBhvr>
                                      <p:tavLst>
                                        <p:tav tm="0">
                                          <p:val>
                                            <p:strVal val="#ppt_y+1"/>
                                          </p:val>
                                        </p:tav>
                                        <p:tav tm="100000">
                                          <p:val>
                                            <p:strVal val="#ppt_y-.03"/>
                                          </p:val>
                                        </p:tav>
                                      </p:tavLst>
                                    </p:anim>
                                    <p:anim calcmode="lin" valueType="num">
                                      <p:cBhvr>
                                        <p:cTn id="37" dur="100" accel="100000" fill="hold">
                                          <p:stCondLst>
                                            <p:cond delay="900"/>
                                          </p:stCondLst>
                                        </p:cTn>
                                        <p:tgtEl>
                                          <p:spTgt spid="16">
                                            <p:txEl>
                                              <p:pRg st="4" end="4"/>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E174092-82D3-44E0-8948-4096232ED0A7}"/>
              </a:ext>
            </a:extLst>
          </p:cNvPr>
          <p:cNvSpPr>
            <a:spLocks noGrp="1"/>
          </p:cNvSpPr>
          <p:nvPr>
            <p:ph type="title"/>
          </p:nvPr>
        </p:nvSpPr>
        <p:spPr>
          <a:xfrm>
            <a:off x="549536" y="793359"/>
            <a:ext cx="11091600" cy="905452"/>
          </a:xfrm>
        </p:spPr>
        <p:txBody>
          <a:bodyPr/>
          <a:lstStyle/>
          <a:p>
            <a:pPr marL="0" marR="0">
              <a:lnSpc>
                <a:spcPct val="107000"/>
              </a:lnSpc>
              <a:spcBef>
                <a:spcPts val="0"/>
              </a:spcBef>
              <a:spcAft>
                <a:spcPts val="800"/>
              </a:spcAf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10.3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Khám</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phá</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trực</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tiếp</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cộng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đồng</a:t>
            </a:r>
            <a:endParaRPr lang="en-US" sz="3200" b="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39EF484-38C8-4EDC-ACF5-695CFB216839}"/>
              </a:ext>
            </a:extLst>
          </p:cNvPr>
          <p:cNvSpPr>
            <a:spLocks noGrp="1"/>
          </p:cNvSpPr>
          <p:nvPr>
            <p:ph type="dt" sz="half" idx="10"/>
          </p:nvPr>
        </p:nvSpPr>
        <p:spPr>
          <a:xfrm>
            <a:off x="550863" y="6507212"/>
            <a:ext cx="2628900" cy="153888"/>
          </a:xfrm>
        </p:spPr>
        <p:txBody>
          <a:bodyPr/>
          <a:lstStyle/>
          <a:p>
            <a:r>
              <a:rPr lang="en-US"/>
              <a:t>Tuesday, February 2, 20XX</a:t>
            </a:r>
            <a:endParaRPr lang="en-US" dirty="0"/>
          </a:p>
        </p:txBody>
      </p:sp>
      <p:sp>
        <p:nvSpPr>
          <p:cNvPr id="5" name="Footer Placeholder 4">
            <a:extLst>
              <a:ext uri="{FF2B5EF4-FFF2-40B4-BE49-F238E27FC236}">
                <a16:creationId xmlns:a16="http://schemas.microsoft.com/office/drawing/2014/main" id="{AFD183D7-B16E-4A9D-BC4B-D1EC347BF97E}"/>
              </a:ext>
            </a:extLst>
          </p:cNvPr>
          <p:cNvSpPr>
            <a:spLocks noGrp="1"/>
          </p:cNvSpPr>
          <p:nvPr>
            <p:ph type="ftr" sz="quarter" idx="11"/>
          </p:nvPr>
        </p:nvSpPr>
        <p:spPr>
          <a:xfrm>
            <a:off x="3359150" y="6507212"/>
            <a:ext cx="6379210" cy="153888"/>
          </a:xfrm>
        </p:spPr>
        <p:txBody>
          <a:bodyPr/>
          <a:lstStyle/>
          <a:p>
            <a:r>
              <a:rPr lang="en-US"/>
              <a:t>Sample Footer Text</a:t>
            </a:r>
          </a:p>
        </p:txBody>
      </p:sp>
      <p:sp>
        <p:nvSpPr>
          <p:cNvPr id="6" name="Slide Number Placeholder 5">
            <a:extLst>
              <a:ext uri="{FF2B5EF4-FFF2-40B4-BE49-F238E27FC236}">
                <a16:creationId xmlns:a16="http://schemas.microsoft.com/office/drawing/2014/main" id="{705C33DF-36C9-49E9-B48D-A320B179C4D4}"/>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7</a:t>
            </a:fld>
            <a:endParaRPr lang="en-US"/>
          </a:p>
        </p:txBody>
      </p:sp>
      <p:sp>
        <p:nvSpPr>
          <p:cNvPr id="3" name="Content Placeholder 2">
            <a:extLst>
              <a:ext uri="{FF2B5EF4-FFF2-40B4-BE49-F238E27FC236}">
                <a16:creationId xmlns:a16="http://schemas.microsoft.com/office/drawing/2014/main" id="{8D8698C5-9A16-4084-99F0-638151E52415}"/>
              </a:ext>
            </a:extLst>
          </p:cNvPr>
          <p:cNvSpPr>
            <a:spLocks noGrp="1"/>
          </p:cNvSpPr>
          <p:nvPr>
            <p:ph idx="1"/>
          </p:nvPr>
        </p:nvSpPr>
        <p:spPr/>
        <p:txBody>
          <a:bodyPr/>
          <a:lstStyle/>
          <a:p>
            <a:pPr>
              <a:buFont typeface="Wingdings" panose="05000000000000000000" pitchFamily="2" charset="2"/>
              <a:buChar char="q"/>
            </a:pP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Cộng</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đồng</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và</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đồ</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thị</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lưỡng</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cực</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hoàn</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b="1" dirty="0" err="1">
                <a:effectLst/>
                <a:latin typeface="Times New Roman" panose="02020603050405020304" pitchFamily="18" charset="0"/>
                <a:ea typeface="Calibri" panose="020F0502020204030204" pitchFamily="34" charset="0"/>
                <a:cs typeface="Times New Roman" panose="02020603050405020304" pitchFamily="18" charset="0"/>
              </a:rPr>
              <a:t>chỉnh</a:t>
            </a:r>
            <a:r>
              <a:rPr lang="en-US" b="1" dirty="0">
                <a:effectLst/>
                <a:latin typeface="Times New Roman" panose="02020603050405020304" pitchFamily="18" charset="0"/>
                <a:ea typeface="Calibri" panose="020F0502020204030204" pitchFamily="34" charset="0"/>
                <a:cs typeface="Times New Roman" panose="02020603050405020304" pitchFamily="18" charset="0"/>
              </a:rPr>
              <a:t>:</a:t>
            </a:r>
          </a:p>
          <a:p>
            <a:pPr>
              <a:buFont typeface="Wingdings" panose="05000000000000000000" pitchFamily="2" charset="2"/>
              <a:buChar char="§"/>
            </a:pPr>
            <a:r>
              <a:rPr lang="vi-VN" sz="1800" dirty="0">
                <a:latin typeface="Times New Roman" panose="02020603050405020304" pitchFamily="18" charset="0"/>
                <a:cs typeface="Times New Roman" panose="02020603050405020304" pitchFamily="18" charset="0"/>
              </a:rPr>
              <a:t>Một đồ thị lưỡng cực hoàn chỉnh có hai nhóm n</a:t>
            </a:r>
            <a:r>
              <a:rPr lang="en-US" sz="1800" dirty="0" err="1">
                <a:latin typeface="Times New Roman" panose="02020603050405020304" pitchFamily="18" charset="0"/>
                <a:cs typeface="Times New Roman" panose="02020603050405020304" pitchFamily="18" charset="0"/>
              </a:rPr>
              <a:t>út</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a:t>
            </a:r>
            <a:r>
              <a:rPr lang="vi-VN" sz="1800" dirty="0">
                <a:latin typeface="Times New Roman" panose="02020603050405020304" pitchFamily="18" charset="0"/>
                <a:cs typeface="Times New Roman" panose="02020603050405020304" pitchFamily="18" charset="0"/>
              </a:rPr>
              <a:t>ất cả các cạnh có thể có giữa các cặp nút được chọn một từ mỗi nhóm và không có cạnh nào giữa các nút của cùng một nhó</a:t>
            </a:r>
            <a:r>
              <a:rPr lang="en-US" sz="1800" dirty="0">
                <a:latin typeface="Times New Roman" panose="02020603050405020304" pitchFamily="18" charset="0"/>
                <a:cs typeface="Times New Roman" panose="02020603050405020304" pitchFamily="18" charset="0"/>
              </a:rPr>
              <a:t>m</a:t>
            </a:r>
          </a:p>
          <a:p>
            <a:pPr>
              <a:buFont typeface="Wingdings" panose="05000000000000000000" pitchFamily="2" charset="2"/>
              <a:buChar char="§"/>
            </a:pPr>
            <a:r>
              <a:rPr lang="en-US" sz="1800" dirty="0" err="1">
                <a:latin typeface="Times New Roman" panose="02020603050405020304" pitchFamily="18" charset="0"/>
                <a:cs typeface="Times New Roman" panose="02020603050405020304" pitchFamily="18" charset="0"/>
              </a:rPr>
              <a:t>Bất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kỳ</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cộng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đồng</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nào</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đủ</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dày</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đặc</a:t>
            </a:r>
            <a:r>
              <a:rPr lang="en-US" sz="1800" dirty="0">
                <a:latin typeface="Times New Roman" panose="02020603050405020304" pitchFamily="18" charset="0"/>
                <a:cs typeface="Times New Roman" panose="02020603050405020304" pitchFamily="18" charset="0"/>
              </a:rPr>
              <a:t> </a:t>
            </a:r>
            <a:r>
              <a:rPr lang="vi-VN" sz="1800" dirty="0">
                <a:latin typeface="Times New Roman" panose="02020603050405020304" pitchFamily="18" charset="0"/>
                <a:cs typeface="Times New Roman" panose="02020603050405020304" pitchFamily="18" charset="0"/>
              </a:rPr>
              <a:t>sẽ có một đồ thị lưỡng phân hoàn chỉnh lớn.</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0286033"/>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path" presetSubtype="0" accel="50000" decel="50000" fill="hold" grpId="0" nodeType="clickEffect">
                                  <p:stCondLst>
                                    <p:cond delay="0"/>
                                  </p:stCondLst>
                                  <p:childTnLst>
                                    <p:animMotion origin="layout" path="M 0 0 L 0.052 0 L 0.089 -0.037 L 0.125 0 L 0.177 0 L 0.177 0.052 L 0.213 0.089 L 0.177 0.125 L 0.177 0.177 L 0.125 0.177 L 0.089 0.213 L 0.052 0.177 L 0 0.177 L 0 0.125 L -0.037 0.089 L 0 0.052 L 0 0 Z" pathEditMode="relative" ptsTypes="">
                                      <p:cBhvr>
                                        <p:cTn id="6" dur="2000" fill="hold"/>
                                        <p:tgtEl>
                                          <p:spTgt spid="7"/>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25"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p:cTn id="11" dur="500" decel="50000" fill="hold">
                                          <p:stCondLst>
                                            <p:cond delay="0"/>
                                          </p:stCondLst>
                                        </p:cTn>
                                        <p:tgtEl>
                                          <p:spTgt spid="3">
                                            <p:txEl>
                                              <p:pRg st="0" end="0"/>
                                            </p:txEl>
                                          </p:spTgt>
                                        </p:tgtEl>
                                        <p:attrNameLst>
                                          <p:attrName>style.rotation</p:attrName>
                                        </p:attrNameLst>
                                      </p:cBhvr>
                                      <p:tavLst>
                                        <p:tav tm="0">
                                          <p:val>
                                            <p:fltVal val="-90"/>
                                          </p:val>
                                        </p:tav>
                                        <p:tav tm="100000">
                                          <p:val>
                                            <p:fltVal val="0"/>
                                          </p:val>
                                        </p:tav>
                                      </p:tavLst>
                                    </p:anim>
                                    <p:anim calcmode="lin" valueType="num">
                                      <p:cBhvr>
                                        <p:cTn id="12" dur="500" decel="50000" fill="hold">
                                          <p:stCondLst>
                                            <p:cond delay="0"/>
                                          </p:stCondLst>
                                        </p:cTn>
                                        <p:tgtEl>
                                          <p:spTgt spid="3">
                                            <p:txEl>
                                              <p:pRg st="0" end="0"/>
                                            </p:txEl>
                                          </p:spTgt>
                                        </p:tgtEl>
                                        <p:attrNameLst>
                                          <p:attrName>ppt_w</p:attrName>
                                        </p:attrNameLst>
                                      </p:cBhvr>
                                      <p:tavLst>
                                        <p:tav tm="0">
                                          <p:val>
                                            <p:strVal val="#ppt_w"/>
                                          </p:val>
                                        </p:tav>
                                        <p:tav tm="100000">
                                          <p:val>
                                            <p:strVal val="#ppt_w*.05"/>
                                          </p:val>
                                        </p:tav>
                                      </p:tavLst>
                                    </p:anim>
                                    <p:anim calcmode="lin" valueType="num">
                                      <p:cBhvr>
                                        <p:cTn id="13" dur="500" accel="50000" fill="hold">
                                          <p:stCondLst>
                                            <p:cond delay="500"/>
                                          </p:stCondLst>
                                        </p:cTn>
                                        <p:tgtEl>
                                          <p:spTgt spid="3">
                                            <p:txEl>
                                              <p:pRg st="0" end="0"/>
                                            </p:txEl>
                                          </p:spTgt>
                                        </p:tgtEl>
                                        <p:attrNameLst>
                                          <p:attrName>ppt_w</p:attrName>
                                        </p:attrNameLst>
                                      </p:cBhvr>
                                      <p:tavLst>
                                        <p:tav tm="0">
                                          <p:val>
                                            <p:strVal val="#ppt_w*.05"/>
                                          </p:val>
                                        </p:tav>
                                        <p:tav tm="100000">
                                          <p:val>
                                            <p:strVal val="#ppt_w"/>
                                          </p:val>
                                        </p:tav>
                                      </p:tavLst>
                                    </p:anim>
                                    <p:anim calcmode="lin" valueType="num">
                                      <p:cBhvr>
                                        <p:cTn id="14" dur="1000" fill="hold"/>
                                        <p:tgtEl>
                                          <p:spTgt spid="3">
                                            <p:txEl>
                                              <p:pRg st="0" end="0"/>
                                            </p:txEl>
                                          </p:spTgt>
                                        </p:tgtEl>
                                        <p:attrNameLst>
                                          <p:attrName>ppt_h</p:attrName>
                                        </p:attrNameLst>
                                      </p:cBhvr>
                                      <p:tavLst>
                                        <p:tav tm="0">
                                          <p:val>
                                            <p:strVal val="#ppt_h"/>
                                          </p:val>
                                        </p:tav>
                                        <p:tav tm="100000">
                                          <p:val>
                                            <p:strVal val="#ppt_h"/>
                                          </p:val>
                                        </p:tav>
                                      </p:tavLst>
                                    </p:anim>
                                    <p:anim calcmode="lin" valueType="num">
                                      <p:cBhvr>
                                        <p:cTn id="15" dur="500" decel="50000" fill="hold">
                                          <p:stCondLst>
                                            <p:cond delay="0"/>
                                          </p:stCondLst>
                                        </p:cTn>
                                        <p:tgtEl>
                                          <p:spTgt spid="3">
                                            <p:txEl>
                                              <p:pRg st="0" end="0"/>
                                            </p:txEl>
                                          </p:spTgt>
                                        </p:tgtEl>
                                        <p:attrNameLst>
                                          <p:attrName>ppt_x</p:attrName>
                                        </p:attrNameLst>
                                      </p:cBhvr>
                                      <p:tavLst>
                                        <p:tav tm="0">
                                          <p:val>
                                            <p:strVal val="#ppt_x+.4"/>
                                          </p:val>
                                        </p:tav>
                                        <p:tav tm="100000">
                                          <p:val>
                                            <p:strVal val="#ppt_x"/>
                                          </p:val>
                                        </p:tav>
                                      </p:tavLst>
                                    </p:anim>
                                    <p:anim calcmode="lin" valueType="num">
                                      <p:cBhvr>
                                        <p:cTn id="16" dur="500" decel="50000" fill="hold">
                                          <p:stCondLst>
                                            <p:cond delay="0"/>
                                          </p:stCondLst>
                                        </p:cTn>
                                        <p:tgtEl>
                                          <p:spTgt spid="3">
                                            <p:txEl>
                                              <p:pRg st="0" end="0"/>
                                            </p:txEl>
                                          </p:spTgt>
                                        </p:tgtEl>
                                        <p:attrNameLst>
                                          <p:attrName>ppt_y</p:attrName>
                                        </p:attrNameLst>
                                      </p:cBhvr>
                                      <p:tavLst>
                                        <p:tav tm="0">
                                          <p:val>
                                            <p:strVal val="#ppt_y-.2"/>
                                          </p:val>
                                        </p:tav>
                                        <p:tav tm="100000">
                                          <p:val>
                                            <p:strVal val="#ppt_y+.1"/>
                                          </p:val>
                                        </p:tav>
                                      </p:tavLst>
                                    </p:anim>
                                    <p:anim calcmode="lin" valueType="num">
                                      <p:cBhvr>
                                        <p:cTn id="17" dur="500" accel="50000" fill="hold">
                                          <p:stCondLst>
                                            <p:cond delay="500"/>
                                          </p:stCondLst>
                                        </p:cTn>
                                        <p:tgtEl>
                                          <p:spTgt spid="3">
                                            <p:txEl>
                                              <p:pRg st="0" end="0"/>
                                            </p:txEl>
                                          </p:spTgt>
                                        </p:tgtEl>
                                        <p:attrNameLst>
                                          <p:attrName>ppt_y</p:attrName>
                                        </p:attrNameLst>
                                      </p:cBhvr>
                                      <p:tavLst>
                                        <p:tav tm="0">
                                          <p:val>
                                            <p:strVal val="#ppt_y+.1"/>
                                          </p:val>
                                        </p:tav>
                                        <p:tav tm="100000">
                                          <p:val>
                                            <p:strVal val="#ppt_y"/>
                                          </p:val>
                                        </p:tav>
                                      </p:tavLst>
                                    </p:anim>
                                    <p:animEffect transition="in" filter="fade">
                                      <p:cBhvr>
                                        <p:cTn id="18" dur="1000" decel="50000">
                                          <p:stCondLst>
                                            <p:cond delay="0"/>
                                          </p:stCondLst>
                                        </p:cTn>
                                        <p:tgtEl>
                                          <p:spTgt spid="3">
                                            <p:txEl>
                                              <p:pRg st="0" end="0"/>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30" presetClass="entr" presetSubtype="0" fill="hold"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animEffect transition="in" filter="fade">
                                      <p:cBhvr>
                                        <p:cTn id="23" dur="800" decel="100000"/>
                                        <p:tgtEl>
                                          <p:spTgt spid="3">
                                            <p:txEl>
                                              <p:pRg st="1" end="1"/>
                                            </p:txEl>
                                          </p:spTgt>
                                        </p:tgtEl>
                                      </p:cBhvr>
                                    </p:animEffect>
                                    <p:anim calcmode="lin" valueType="num">
                                      <p:cBhvr>
                                        <p:cTn id="24" dur="800" decel="100000" fill="hold"/>
                                        <p:tgtEl>
                                          <p:spTgt spid="3">
                                            <p:txEl>
                                              <p:pRg st="1" end="1"/>
                                            </p:txEl>
                                          </p:spTgt>
                                        </p:tgtEl>
                                        <p:attrNameLst>
                                          <p:attrName>style.rotation</p:attrName>
                                        </p:attrNameLst>
                                      </p:cBhvr>
                                      <p:tavLst>
                                        <p:tav tm="0">
                                          <p:val>
                                            <p:fltVal val="-90"/>
                                          </p:val>
                                        </p:tav>
                                        <p:tav tm="100000">
                                          <p:val>
                                            <p:fltVal val="0"/>
                                          </p:val>
                                        </p:tav>
                                      </p:tavLst>
                                    </p:anim>
                                    <p:anim calcmode="lin" valueType="num">
                                      <p:cBhvr>
                                        <p:cTn id="25" dur="800" decel="100000" fill="hold"/>
                                        <p:tgtEl>
                                          <p:spTgt spid="3">
                                            <p:txEl>
                                              <p:pRg st="1" end="1"/>
                                            </p:txEl>
                                          </p:spTgt>
                                        </p:tgtEl>
                                        <p:attrNameLst>
                                          <p:attrName>ppt_x</p:attrName>
                                        </p:attrNameLst>
                                      </p:cBhvr>
                                      <p:tavLst>
                                        <p:tav tm="0">
                                          <p:val>
                                            <p:strVal val="#ppt_x+0.4"/>
                                          </p:val>
                                        </p:tav>
                                        <p:tav tm="100000">
                                          <p:val>
                                            <p:strVal val="#ppt_x-0.05"/>
                                          </p:val>
                                        </p:tav>
                                      </p:tavLst>
                                    </p:anim>
                                    <p:anim calcmode="lin" valueType="num">
                                      <p:cBhvr>
                                        <p:cTn id="26" dur="800" decel="100000" fill="hold"/>
                                        <p:tgtEl>
                                          <p:spTgt spid="3">
                                            <p:txEl>
                                              <p:pRg st="1" end="1"/>
                                            </p:txEl>
                                          </p:spTgt>
                                        </p:tgtEl>
                                        <p:attrNameLst>
                                          <p:attrName>ppt_y</p:attrName>
                                        </p:attrNameLst>
                                      </p:cBhvr>
                                      <p:tavLst>
                                        <p:tav tm="0">
                                          <p:val>
                                            <p:strVal val="#ppt_y-0.4"/>
                                          </p:val>
                                        </p:tav>
                                        <p:tav tm="100000">
                                          <p:val>
                                            <p:strVal val="#ppt_y+0.1"/>
                                          </p:val>
                                        </p:tav>
                                      </p:tavLst>
                                    </p:anim>
                                    <p:anim calcmode="lin" valueType="num">
                                      <p:cBhvr>
                                        <p:cTn id="27" dur="200" accel="100000" fill="hold">
                                          <p:stCondLst>
                                            <p:cond delay="800"/>
                                          </p:stCondLst>
                                        </p:cTn>
                                        <p:tgtEl>
                                          <p:spTgt spid="3">
                                            <p:txEl>
                                              <p:pRg st="1" end="1"/>
                                            </p:txEl>
                                          </p:spTgt>
                                        </p:tgtEl>
                                        <p:attrNameLst>
                                          <p:attrName>ppt_x</p:attrName>
                                        </p:attrNameLst>
                                      </p:cBhvr>
                                      <p:tavLst>
                                        <p:tav tm="0">
                                          <p:val>
                                            <p:strVal val="#ppt_x-0.05"/>
                                          </p:val>
                                        </p:tav>
                                        <p:tav tm="100000">
                                          <p:val>
                                            <p:strVal val="#ppt_x"/>
                                          </p:val>
                                        </p:tav>
                                      </p:tavLst>
                                    </p:anim>
                                    <p:anim calcmode="lin" valueType="num">
                                      <p:cBhvr>
                                        <p:cTn id="28" dur="200" accel="100000" fill="hold">
                                          <p:stCondLst>
                                            <p:cond delay="800"/>
                                          </p:stCondLst>
                                        </p:cTn>
                                        <p:tgtEl>
                                          <p:spTgt spid="3">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6" presetClass="entr" presetSubtype="0" fill="hold" nodeType="clickEffect">
                                  <p:stCondLst>
                                    <p:cond delay="0"/>
                                  </p:stCondLst>
                                  <p:childTnLst>
                                    <p:set>
                                      <p:cBhvr>
                                        <p:cTn id="32" dur="1" fill="hold">
                                          <p:stCondLst>
                                            <p:cond delay="0"/>
                                          </p:stCondLst>
                                        </p:cTn>
                                        <p:tgtEl>
                                          <p:spTgt spid="3">
                                            <p:txEl>
                                              <p:pRg st="2" end="2"/>
                                            </p:txEl>
                                          </p:spTgt>
                                        </p:tgtEl>
                                        <p:attrNameLst>
                                          <p:attrName>style.visibility</p:attrName>
                                        </p:attrNameLst>
                                      </p:cBhvr>
                                      <p:to>
                                        <p:strVal val="visible"/>
                                      </p:to>
                                    </p:set>
                                    <p:animEffect transition="in" filter="wipe(down)">
                                      <p:cBhvr>
                                        <p:cTn id="33" dur="580">
                                          <p:stCondLst>
                                            <p:cond delay="0"/>
                                          </p:stCondLst>
                                        </p:cTn>
                                        <p:tgtEl>
                                          <p:spTgt spid="3">
                                            <p:txEl>
                                              <p:pRg st="2" end="2"/>
                                            </p:txEl>
                                          </p:spTgt>
                                        </p:tgtEl>
                                      </p:cBhvr>
                                    </p:animEffect>
                                    <p:anim calcmode="lin" valueType="num">
                                      <p:cBhvr>
                                        <p:cTn id="34"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35"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36"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37"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38"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39" dur="26">
                                          <p:stCondLst>
                                            <p:cond delay="650"/>
                                          </p:stCondLst>
                                        </p:cTn>
                                        <p:tgtEl>
                                          <p:spTgt spid="3">
                                            <p:txEl>
                                              <p:pRg st="2" end="2"/>
                                            </p:txEl>
                                          </p:spTgt>
                                        </p:tgtEl>
                                      </p:cBhvr>
                                      <p:to x="100000" y="60000"/>
                                    </p:animScale>
                                    <p:animScale>
                                      <p:cBhvr>
                                        <p:cTn id="40" dur="166" decel="50000">
                                          <p:stCondLst>
                                            <p:cond delay="676"/>
                                          </p:stCondLst>
                                        </p:cTn>
                                        <p:tgtEl>
                                          <p:spTgt spid="3">
                                            <p:txEl>
                                              <p:pRg st="2" end="2"/>
                                            </p:txEl>
                                          </p:spTgt>
                                        </p:tgtEl>
                                      </p:cBhvr>
                                      <p:to x="100000" y="100000"/>
                                    </p:animScale>
                                    <p:animScale>
                                      <p:cBhvr>
                                        <p:cTn id="41" dur="26">
                                          <p:stCondLst>
                                            <p:cond delay="1312"/>
                                          </p:stCondLst>
                                        </p:cTn>
                                        <p:tgtEl>
                                          <p:spTgt spid="3">
                                            <p:txEl>
                                              <p:pRg st="2" end="2"/>
                                            </p:txEl>
                                          </p:spTgt>
                                        </p:tgtEl>
                                      </p:cBhvr>
                                      <p:to x="100000" y="80000"/>
                                    </p:animScale>
                                    <p:animScale>
                                      <p:cBhvr>
                                        <p:cTn id="42" dur="166" decel="50000">
                                          <p:stCondLst>
                                            <p:cond delay="1338"/>
                                          </p:stCondLst>
                                        </p:cTn>
                                        <p:tgtEl>
                                          <p:spTgt spid="3">
                                            <p:txEl>
                                              <p:pRg st="2" end="2"/>
                                            </p:txEl>
                                          </p:spTgt>
                                        </p:tgtEl>
                                      </p:cBhvr>
                                      <p:to x="100000" y="100000"/>
                                    </p:animScale>
                                    <p:animScale>
                                      <p:cBhvr>
                                        <p:cTn id="43" dur="26">
                                          <p:stCondLst>
                                            <p:cond delay="1642"/>
                                          </p:stCondLst>
                                        </p:cTn>
                                        <p:tgtEl>
                                          <p:spTgt spid="3">
                                            <p:txEl>
                                              <p:pRg st="2" end="2"/>
                                            </p:txEl>
                                          </p:spTgt>
                                        </p:tgtEl>
                                      </p:cBhvr>
                                      <p:to x="100000" y="90000"/>
                                    </p:animScale>
                                    <p:animScale>
                                      <p:cBhvr>
                                        <p:cTn id="44" dur="166" decel="50000">
                                          <p:stCondLst>
                                            <p:cond delay="1668"/>
                                          </p:stCondLst>
                                        </p:cTn>
                                        <p:tgtEl>
                                          <p:spTgt spid="3">
                                            <p:txEl>
                                              <p:pRg st="2" end="2"/>
                                            </p:txEl>
                                          </p:spTgt>
                                        </p:tgtEl>
                                      </p:cBhvr>
                                      <p:to x="100000" y="100000"/>
                                    </p:animScale>
                                    <p:animScale>
                                      <p:cBhvr>
                                        <p:cTn id="45" dur="26">
                                          <p:stCondLst>
                                            <p:cond delay="1808"/>
                                          </p:stCondLst>
                                        </p:cTn>
                                        <p:tgtEl>
                                          <p:spTgt spid="3">
                                            <p:txEl>
                                              <p:pRg st="2" end="2"/>
                                            </p:txEl>
                                          </p:spTgt>
                                        </p:tgtEl>
                                      </p:cBhvr>
                                      <p:to x="100000" y="95000"/>
                                    </p:animScale>
                                    <p:animScale>
                                      <p:cBhvr>
                                        <p:cTn id="46" dur="166" decel="50000">
                                          <p:stCondLst>
                                            <p:cond delay="1834"/>
                                          </p:stCondLst>
                                        </p:cTn>
                                        <p:tgtEl>
                                          <p:spTgt spid="3">
                                            <p:txEl>
                                              <p:pRg st="2" end="2"/>
                                            </p:txEl>
                                          </p:spTgt>
                                        </p:tgtEl>
                                      </p:cBhvr>
                                      <p:to x="100000" y="100000"/>
                                    </p:animScale>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3">
                                            <p:txEl>
                                              <p:pRg st="3" end="3"/>
                                            </p:txEl>
                                          </p:spTgt>
                                        </p:tgtEl>
                                        <p:attrNameLst>
                                          <p:attrName>style.visibility</p:attrName>
                                        </p:attrNameLst>
                                      </p:cBhvr>
                                      <p:to>
                                        <p:strVal val="visible"/>
                                      </p:to>
                                    </p:set>
                                    <p:animEffect transition="in" filter="fade">
                                      <p:cBhvr>
                                        <p:cTn id="51" dur="1000"/>
                                        <p:tgtEl>
                                          <p:spTgt spid="3">
                                            <p:txEl>
                                              <p:pRg st="3" end="3"/>
                                            </p:txEl>
                                          </p:spTgt>
                                        </p:tgtEl>
                                      </p:cBhvr>
                                    </p:animEffect>
                                    <p:anim calcmode="lin" valueType="num">
                                      <p:cBhvr>
                                        <p:cTn id="5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5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E174092-82D3-44E0-8948-4096232ED0A7}"/>
              </a:ext>
            </a:extLst>
          </p:cNvPr>
          <p:cNvSpPr>
            <a:spLocks noGrp="1"/>
          </p:cNvSpPr>
          <p:nvPr>
            <p:ph type="title"/>
          </p:nvPr>
        </p:nvSpPr>
        <p:spPr>
          <a:xfrm>
            <a:off x="550862" y="765175"/>
            <a:ext cx="11091600" cy="715281"/>
          </a:xfrm>
        </p:spPr>
        <p:txBody>
          <a:bodyPr/>
          <a:lstStyle/>
          <a:p>
            <a:pPr marL="0" marR="0">
              <a:lnSpc>
                <a:spcPct val="107000"/>
              </a:lnSpc>
              <a:spcBef>
                <a:spcPts val="0"/>
              </a:spcBef>
              <a:spcAft>
                <a:spcPts val="800"/>
              </a:spcAf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10.3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Khám</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phá</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trực</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tiếp</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các</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cộng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đồng</a:t>
            </a:r>
            <a:endParaRPr lang="en-US" sz="3200" b="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E39EF484-38C8-4EDC-ACF5-695CFB216839}"/>
              </a:ext>
            </a:extLst>
          </p:cNvPr>
          <p:cNvSpPr>
            <a:spLocks noGrp="1"/>
          </p:cNvSpPr>
          <p:nvPr>
            <p:ph type="dt" sz="half" idx="10"/>
          </p:nvPr>
        </p:nvSpPr>
        <p:spPr>
          <a:xfrm>
            <a:off x="550863" y="6507212"/>
            <a:ext cx="2628900" cy="153888"/>
          </a:xfrm>
        </p:spPr>
        <p:txBody>
          <a:bodyPr/>
          <a:lstStyle/>
          <a:p>
            <a:r>
              <a:rPr lang="en-US"/>
              <a:t>Tuesday, February 2, 20XX</a:t>
            </a:r>
            <a:endParaRPr lang="en-US" dirty="0"/>
          </a:p>
        </p:txBody>
      </p:sp>
      <p:sp>
        <p:nvSpPr>
          <p:cNvPr id="5" name="Footer Placeholder 4">
            <a:extLst>
              <a:ext uri="{FF2B5EF4-FFF2-40B4-BE49-F238E27FC236}">
                <a16:creationId xmlns:a16="http://schemas.microsoft.com/office/drawing/2014/main" id="{AFD183D7-B16E-4A9D-BC4B-D1EC347BF97E}"/>
              </a:ext>
            </a:extLst>
          </p:cNvPr>
          <p:cNvSpPr>
            <a:spLocks noGrp="1"/>
          </p:cNvSpPr>
          <p:nvPr>
            <p:ph type="ftr" sz="quarter" idx="11"/>
          </p:nvPr>
        </p:nvSpPr>
        <p:spPr>
          <a:xfrm>
            <a:off x="3359150" y="6507212"/>
            <a:ext cx="6379210" cy="153888"/>
          </a:xfrm>
        </p:spPr>
        <p:txBody>
          <a:bodyPr/>
          <a:lstStyle/>
          <a:p>
            <a:r>
              <a:rPr lang="en-US"/>
              <a:t>Sample Footer Text</a:t>
            </a:r>
          </a:p>
        </p:txBody>
      </p:sp>
      <p:sp>
        <p:nvSpPr>
          <p:cNvPr id="6" name="Slide Number Placeholder 5">
            <a:extLst>
              <a:ext uri="{FF2B5EF4-FFF2-40B4-BE49-F238E27FC236}">
                <a16:creationId xmlns:a16="http://schemas.microsoft.com/office/drawing/2014/main" id="{705C33DF-36C9-49E9-B48D-A320B179C4D4}"/>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8</a:t>
            </a:fld>
            <a:endParaRPr lang="en-US"/>
          </a:p>
        </p:txBody>
      </p:sp>
      <p:sp>
        <p:nvSpPr>
          <p:cNvPr id="3" name="Content Placeholder 2">
            <a:extLst>
              <a:ext uri="{FF2B5EF4-FFF2-40B4-BE49-F238E27FC236}">
                <a16:creationId xmlns:a16="http://schemas.microsoft.com/office/drawing/2014/main" id="{8D8698C5-9A16-4084-99F0-638151E52415}"/>
              </a:ext>
            </a:extLst>
          </p:cNvPr>
          <p:cNvSpPr>
            <a:spLocks noGrp="1"/>
          </p:cNvSpPr>
          <p:nvPr>
            <p:ph idx="1"/>
          </p:nvPr>
        </p:nvSpPr>
        <p:spPr/>
        <p:txBody>
          <a:bodyPr/>
          <a:lstStyle/>
          <a:p>
            <a:pPr>
              <a:buFont typeface="Wingdings" panose="05000000000000000000" pitchFamily="2" charset="2"/>
              <a:buChar char="q"/>
            </a:pPr>
            <a:r>
              <a:rPr lang="en-US" b="1" dirty="0" err="1">
                <a:latin typeface="Times New Roman" panose="02020603050405020304" pitchFamily="18" charset="0"/>
                <a:ea typeface="Calibri" panose="020F0502020204030204" pitchFamily="34" charset="0"/>
                <a:cs typeface="Times New Roman" panose="02020603050405020304" pitchFamily="18" charset="0"/>
              </a:rPr>
              <a:t>Tìm</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b="1" dirty="0" err="1">
                <a:latin typeface="Times New Roman" panose="02020603050405020304" pitchFamily="18" charset="0"/>
                <a:ea typeface="Calibri" panose="020F0502020204030204" pitchFamily="34" charset="0"/>
                <a:cs typeface="Times New Roman" panose="02020603050405020304" pitchFamily="18" charset="0"/>
              </a:rPr>
              <a:t>đồ</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b="1" dirty="0" err="1">
                <a:latin typeface="Times New Roman" panose="02020603050405020304" pitchFamily="18" charset="0"/>
                <a:ea typeface="Calibri" panose="020F0502020204030204" pitchFamily="34" charset="0"/>
                <a:cs typeface="Times New Roman" panose="02020603050405020304" pitchFamily="18" charset="0"/>
              </a:rPr>
              <a:t>thị</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b="1" dirty="0" err="1">
                <a:latin typeface="Times New Roman" panose="02020603050405020304" pitchFamily="18" charset="0"/>
                <a:ea typeface="Calibri" panose="020F0502020204030204" pitchFamily="34" charset="0"/>
                <a:cs typeface="Times New Roman" panose="02020603050405020304" pitchFamily="18" charset="0"/>
              </a:rPr>
              <a:t>lưỡng</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b="1" dirty="0" err="1">
                <a:latin typeface="Times New Roman" panose="02020603050405020304" pitchFamily="18" charset="0"/>
                <a:ea typeface="Calibri" panose="020F0502020204030204" pitchFamily="34" charset="0"/>
                <a:cs typeface="Times New Roman" panose="02020603050405020304" pitchFamily="18" charset="0"/>
              </a:rPr>
              <a:t>cực</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b="1" dirty="0" err="1">
                <a:latin typeface="Times New Roman" panose="02020603050405020304" pitchFamily="18" charset="0"/>
                <a:ea typeface="Calibri" panose="020F0502020204030204" pitchFamily="34" charset="0"/>
                <a:cs typeface="Times New Roman" panose="02020603050405020304" pitchFamily="18" charset="0"/>
              </a:rPr>
              <a:t>hoàn</a:t>
            </a:r>
            <a:r>
              <a:rPr lang="en-US" b="1" dirty="0">
                <a:latin typeface="Times New Roman" panose="02020603050405020304" pitchFamily="18" charset="0"/>
                <a:ea typeface="Calibri" panose="020F0502020204030204" pitchFamily="34" charset="0"/>
                <a:cs typeface="Times New Roman" panose="02020603050405020304" pitchFamily="18" charset="0"/>
              </a:rPr>
              <a:t> </a:t>
            </a:r>
            <a:r>
              <a:rPr lang="en-US" b="1" dirty="0" err="1">
                <a:latin typeface="Times New Roman" panose="02020603050405020304" pitchFamily="18" charset="0"/>
                <a:ea typeface="Calibri" panose="020F0502020204030204" pitchFamily="34" charset="0"/>
                <a:cs typeface="Times New Roman" panose="02020603050405020304" pitchFamily="18" charset="0"/>
              </a:rPr>
              <a:t>chỉnh</a:t>
            </a:r>
            <a:r>
              <a:rPr lang="en-US" b="1" dirty="0">
                <a:latin typeface="Times New Roman" panose="02020603050405020304" pitchFamily="18" charset="0"/>
                <a:ea typeface="Calibri" panose="020F0502020204030204" pitchFamily="34" charset="0"/>
                <a:cs typeface="Times New Roman" panose="02020603050405020304" pitchFamily="18" charset="0"/>
              </a:rPr>
              <a:t>:</a:t>
            </a:r>
          </a:p>
          <a:p>
            <a:pPr>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a:t>
            </a:r>
            <a:r>
              <a:rPr lang="vi-VN" sz="1800" dirty="0">
                <a:latin typeface="Times New Roman" panose="02020603050405020304" pitchFamily="18" charset="0"/>
                <a:cs typeface="Times New Roman" panose="02020603050405020304" pitchFamily="18" charset="0"/>
              </a:rPr>
              <a:t>ó thể tìm đồ thị lưỡng cực hoàn chỉnh bằng các kỹ thuật tương tự mà chúng ta đã sử dụng để tìm tập p</a:t>
            </a:r>
            <a:r>
              <a:rPr lang="en-US" sz="1800" dirty="0" err="1">
                <a:latin typeface="Times New Roman" panose="02020603050405020304" pitchFamily="18" charset="0"/>
                <a:cs typeface="Times New Roman" panose="02020603050405020304" pitchFamily="18" charset="0"/>
              </a:rPr>
              <a:t>hổ</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biến</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vi-VN" sz="1800" dirty="0">
                <a:latin typeface="Times New Roman" panose="02020603050405020304" pitchFamily="18" charset="0"/>
                <a:cs typeface="Times New Roman" panose="02020603050405020304" pitchFamily="18" charset="0"/>
              </a:rPr>
              <a:t>Các nút của biểu đồ có thể được coi là các mục và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giỏ</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vi-VN" sz="1800" dirty="0">
                <a:latin typeface="Times New Roman" panose="02020603050405020304" pitchFamily="18" charset="0"/>
                <a:cs typeface="Times New Roman" panose="02020603050405020304" pitchFamily="18" charset="0"/>
              </a:rPr>
              <a:t>Giỏ tương ứng với một nút là tập hợp các nút liền kề, được coi như </a:t>
            </a:r>
            <a:r>
              <a:rPr lang="en-US" sz="1800" dirty="0" err="1">
                <a:latin typeface="Times New Roman" panose="02020603050405020304" pitchFamily="18" charset="0"/>
                <a:cs typeface="Times New Roman" panose="02020603050405020304" pitchFamily="18" charset="0"/>
              </a:rPr>
              <a:t>các</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mục</a:t>
            </a:r>
            <a:endParaRPr lang="en-US" sz="1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vi-VN" sz="1800" dirty="0">
                <a:latin typeface="Times New Roman" panose="02020603050405020304" pitchFamily="18" charset="0"/>
                <a:cs typeface="Times New Roman" panose="02020603050405020304" pitchFamily="18" charset="0"/>
              </a:rPr>
              <a:t>Một đồ thị lưỡng phân hoàn chỉnh với các nhóm nút có kích thước t và s có thể được coi là việc tìm kiếm các tập phổ biến thường xuyên có kích thước t với h</a:t>
            </a:r>
            <a:r>
              <a:rPr lang="en-US" sz="1800" dirty="0">
                <a:latin typeface="Times New Roman" panose="02020603050405020304" pitchFamily="18" charset="0"/>
                <a:cs typeface="Times New Roman" panose="02020603050405020304" pitchFamily="18" charset="0"/>
              </a:rPr>
              <a:t>ỗ </a:t>
            </a:r>
            <a:r>
              <a:rPr lang="en-US" sz="1800" dirty="0" err="1">
                <a:latin typeface="Times New Roman" panose="02020603050405020304" pitchFamily="18" charset="0"/>
                <a:cs typeface="Times New Roman" panose="02020603050405020304" pitchFamily="18" charset="0"/>
              </a:rPr>
              <a:t>trợ</a:t>
            </a:r>
            <a:r>
              <a:rPr lang="en-US" sz="1800" dirty="0">
                <a:latin typeface="Times New Roman" panose="02020603050405020304" pitchFamily="18" charset="0"/>
                <a:cs typeface="Times New Roman" panose="02020603050405020304" pitchFamily="18" charset="0"/>
              </a:rPr>
              <a:t> s</a:t>
            </a:r>
          </a:p>
        </p:txBody>
      </p:sp>
    </p:spTree>
    <p:extLst>
      <p:ext uri="{BB962C8B-B14F-4D97-AF65-F5344CB8AC3E}">
        <p14:creationId xmlns:p14="http://schemas.microsoft.com/office/powerpoint/2010/main" val="95709112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6" presetClass="entr" presetSubtype="21"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barn(inVertical)">
                                      <p:cBhvr>
                                        <p:cTn id="25" dur="500"/>
                                        <p:tgtEl>
                                          <p:spTgt spid="3">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fade">
                                      <p:cBhvr>
                                        <p:cTn id="30" dur="1000"/>
                                        <p:tgtEl>
                                          <p:spTgt spid="3">
                                            <p:txEl>
                                              <p:pRg st="2" end="2"/>
                                            </p:txEl>
                                          </p:spTgt>
                                        </p:tgtEl>
                                      </p:cBhvr>
                                    </p:animEffect>
                                    <p:anim calcmode="lin" valueType="num">
                                      <p:cBhvr>
                                        <p:cTn id="31"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circle(in)">
                                      <p:cBhvr>
                                        <p:cTn id="37" dur="2000"/>
                                        <p:tgtEl>
                                          <p:spTgt spid="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 calcmode="lin" valueType="num">
                                      <p:cBhvr additive="base">
                                        <p:cTn id="42"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C15EE852-24F1-4643-8082-AB45CFF2BA10}"/>
              </a:ext>
            </a:extLst>
          </p:cNvPr>
          <p:cNvSpPr>
            <a:spLocks noGrp="1"/>
          </p:cNvSpPr>
          <p:nvPr>
            <p:ph type="title"/>
          </p:nvPr>
        </p:nvSpPr>
        <p:spPr>
          <a:xfrm>
            <a:off x="550864" y="549276"/>
            <a:ext cx="4436772" cy="800553"/>
          </a:xfrm>
        </p:spPr>
        <p:txBody>
          <a:bodyPr>
            <a:normAutofit/>
          </a:bodyPr>
          <a:lstStyle/>
          <a:p>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10.4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Phân</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vùng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đồ</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thị</a:t>
            </a:r>
            <a:endParaRPr lang="en-US" b="1" dirty="0"/>
          </a:p>
        </p:txBody>
      </p:sp>
      <p:sp>
        <p:nvSpPr>
          <p:cNvPr id="15" name="Content Placeholder 14">
            <a:extLst>
              <a:ext uri="{FF2B5EF4-FFF2-40B4-BE49-F238E27FC236}">
                <a16:creationId xmlns:a16="http://schemas.microsoft.com/office/drawing/2014/main" id="{4139825C-53C7-44F4-A064-9795CECD081B}"/>
              </a:ext>
            </a:extLst>
          </p:cNvPr>
          <p:cNvSpPr>
            <a:spLocks noGrp="1"/>
          </p:cNvSpPr>
          <p:nvPr>
            <p:ph sz="quarter" idx="15"/>
          </p:nvPr>
        </p:nvSpPr>
        <p:spPr>
          <a:xfrm>
            <a:off x="550863" y="2017487"/>
            <a:ext cx="4630738" cy="4430940"/>
          </a:xfrm>
        </p:spPr>
        <p:txBody>
          <a:bodyPr/>
          <a:lstStyle/>
          <a:p>
            <a:pPr marL="285750" indent="-285750">
              <a:buFont typeface="Wingdings" panose="05000000000000000000" pitchFamily="2" charset="2"/>
              <a:buChar char="q"/>
            </a:pP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Phân</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vùng</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đồ</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thị</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a:t>
            </a:r>
          </a:p>
          <a:p>
            <a:pPr marL="285750" indent="-285750" algn="just">
              <a:buFont typeface="Wingdings" panose="05000000000000000000" pitchFamily="2" charset="2"/>
              <a:buChar char="§"/>
            </a:pPr>
            <a:r>
              <a:rPr lang="vi-VN" sz="1800" dirty="0">
                <a:latin typeface="Times New Roman" panose="02020603050405020304" pitchFamily="18" charset="0"/>
                <a:cs typeface="Times New Roman" panose="02020603050405020304" pitchFamily="18" charset="0"/>
              </a:rPr>
              <a:t>Một cách để tìm cộng đồng là phân vùng đồ thị nhiều lần thành các phần có kích thước gần giống </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nhau</a:t>
            </a:r>
            <a:endParaRPr lang="en-US" sz="18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vi-VN" sz="1800" dirty="0">
                <a:latin typeface="Times New Roman" panose="02020603050405020304" pitchFamily="18" charset="0"/>
                <a:cs typeface="Times New Roman" panose="02020603050405020304" pitchFamily="18" charset="0"/>
              </a:rPr>
              <a:t>Hình cắt là một phân hoạch của các nút của biểu đồ thành hai tập hợp và kích thước của nó là số cạnh có một đầu trong mỗi tập</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hợp</a:t>
            </a:r>
            <a:endParaRPr lang="en-US" sz="18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vi-VN" sz="1800" dirty="0">
                <a:latin typeface="Times New Roman" panose="02020603050405020304" pitchFamily="18" charset="0"/>
                <a:cs typeface="Times New Roman" panose="02020603050405020304" pitchFamily="18" charset="0"/>
              </a:rPr>
              <a:t>Khối lượng của một tập hợp các nút là số cạnh có ít nhất một đầu trong tập hợp</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p:txBody>
      </p:sp>
      <p:pic>
        <p:nvPicPr>
          <p:cNvPr id="18" name="Picture Placeholder 17" descr="A person drawing on a white board">
            <a:extLst>
              <a:ext uri="{FF2B5EF4-FFF2-40B4-BE49-F238E27FC236}">
                <a16:creationId xmlns:a16="http://schemas.microsoft.com/office/drawing/2014/main" id="{301557C2-9072-409B-88EC-E8577CEFCAFB}"/>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5909882" y="549276"/>
            <a:ext cx="5132388" cy="5132388"/>
          </a:xfrm>
        </p:spPr>
      </p:pic>
      <p:sp>
        <p:nvSpPr>
          <p:cNvPr id="19" name="Date Placeholder 18">
            <a:extLst>
              <a:ext uri="{FF2B5EF4-FFF2-40B4-BE49-F238E27FC236}">
                <a16:creationId xmlns:a16="http://schemas.microsoft.com/office/drawing/2014/main" id="{386DB667-0553-4FB8-B0E0-776539934AFF}"/>
              </a:ext>
            </a:extLst>
          </p:cNvPr>
          <p:cNvSpPr>
            <a:spLocks noGrp="1"/>
          </p:cNvSpPr>
          <p:nvPr>
            <p:ph type="dt" sz="half" idx="10"/>
          </p:nvPr>
        </p:nvSpPr>
        <p:spPr>
          <a:xfrm>
            <a:off x="550863" y="6507212"/>
            <a:ext cx="2628900" cy="153888"/>
          </a:xfrm>
        </p:spPr>
        <p:txBody>
          <a:bodyPr/>
          <a:lstStyle/>
          <a:p>
            <a:r>
              <a:rPr lang="en-US"/>
              <a:t>Tuesday, February 2, 20XX</a:t>
            </a:r>
            <a:endParaRPr lang="en-US" dirty="0"/>
          </a:p>
        </p:txBody>
      </p:sp>
      <p:sp>
        <p:nvSpPr>
          <p:cNvPr id="20" name="Footer Placeholder 19">
            <a:extLst>
              <a:ext uri="{FF2B5EF4-FFF2-40B4-BE49-F238E27FC236}">
                <a16:creationId xmlns:a16="http://schemas.microsoft.com/office/drawing/2014/main" id="{C77C6228-C5A8-44DC-ABD7-A22A4475D3DF}"/>
              </a:ext>
            </a:extLst>
          </p:cNvPr>
          <p:cNvSpPr>
            <a:spLocks noGrp="1"/>
          </p:cNvSpPr>
          <p:nvPr>
            <p:ph type="ftr" sz="quarter" idx="11"/>
          </p:nvPr>
        </p:nvSpPr>
        <p:spPr>
          <a:xfrm>
            <a:off x="3359150" y="6507212"/>
            <a:ext cx="6379210" cy="153888"/>
          </a:xfrm>
        </p:spPr>
        <p:txBody>
          <a:bodyPr/>
          <a:lstStyle/>
          <a:p>
            <a:r>
              <a:rPr lang="en-US"/>
              <a:t>Sample Footer Text</a:t>
            </a:r>
          </a:p>
        </p:txBody>
      </p:sp>
      <p:sp>
        <p:nvSpPr>
          <p:cNvPr id="21" name="Slide Number Placeholder 20">
            <a:extLst>
              <a:ext uri="{FF2B5EF4-FFF2-40B4-BE49-F238E27FC236}">
                <a16:creationId xmlns:a16="http://schemas.microsoft.com/office/drawing/2014/main" id="{1C563B34-DD53-4FB1-B8C2-8914E01C6365}"/>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9</a:t>
            </a:fld>
            <a:endParaRPr lang="en-US"/>
          </a:p>
        </p:txBody>
      </p:sp>
    </p:spTree>
    <p:extLst>
      <p:ext uri="{BB962C8B-B14F-4D97-AF65-F5344CB8AC3E}">
        <p14:creationId xmlns:p14="http://schemas.microsoft.com/office/powerpoint/2010/main" val="39551831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path" presetSubtype="0" accel="50000" decel="50000" fill="hold" grpId="0" nodeType="clickEffect">
                                  <p:stCondLst>
                                    <p:cond delay="0"/>
                                  </p:stCondLst>
                                  <p:childTnLst>
                                    <p:animMotion origin="layout" path="M 0 0 L 0.091 -0.034 L 0.125 -0.125 L 0.158 -0.034 L 0.249 0 L 0.158 0.034 L 0.125 0.125 L 0.091 0.034 L 0 0 Z" pathEditMode="relative" ptsTypes="">
                                      <p:cBhvr>
                                        <p:cTn id="6" dur="2000" fill="hold"/>
                                        <p:tgtEl>
                                          <p:spTgt spid="14"/>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55" presetClass="entr" presetSubtype="0" fill="hold"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 calcmode="lin" valueType="num">
                                      <p:cBhvr>
                                        <p:cTn id="11" dur="1000" fill="hold"/>
                                        <p:tgtEl>
                                          <p:spTgt spid="15">
                                            <p:txEl>
                                              <p:pRg st="0" end="0"/>
                                            </p:txEl>
                                          </p:spTgt>
                                        </p:tgtEl>
                                        <p:attrNameLst>
                                          <p:attrName>ppt_w</p:attrName>
                                        </p:attrNameLst>
                                      </p:cBhvr>
                                      <p:tavLst>
                                        <p:tav tm="0">
                                          <p:val>
                                            <p:strVal val="#ppt_w*0.70"/>
                                          </p:val>
                                        </p:tav>
                                        <p:tav tm="100000">
                                          <p:val>
                                            <p:strVal val="#ppt_w"/>
                                          </p:val>
                                        </p:tav>
                                      </p:tavLst>
                                    </p:anim>
                                    <p:anim calcmode="lin" valueType="num">
                                      <p:cBhvr>
                                        <p:cTn id="12" dur="1000" fill="hold"/>
                                        <p:tgtEl>
                                          <p:spTgt spid="15">
                                            <p:txEl>
                                              <p:pRg st="0" end="0"/>
                                            </p:txEl>
                                          </p:spTgt>
                                        </p:tgtEl>
                                        <p:attrNameLst>
                                          <p:attrName>ppt_h</p:attrName>
                                        </p:attrNameLst>
                                      </p:cBhvr>
                                      <p:tavLst>
                                        <p:tav tm="0">
                                          <p:val>
                                            <p:strVal val="#ppt_h"/>
                                          </p:val>
                                        </p:tav>
                                        <p:tav tm="100000">
                                          <p:val>
                                            <p:strVal val="#ppt_h"/>
                                          </p:val>
                                        </p:tav>
                                      </p:tavLst>
                                    </p:anim>
                                    <p:animEffect transition="in" filter="fade">
                                      <p:cBhvr>
                                        <p:cTn id="13" dur="1000"/>
                                        <p:tgtEl>
                                          <p:spTgt spid="15">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5" presetClass="entr" presetSubtype="0" fill="hold" nodeType="clickEffect">
                                  <p:stCondLst>
                                    <p:cond delay="0"/>
                                  </p:stCondLst>
                                  <p:childTnLst>
                                    <p:set>
                                      <p:cBhvr>
                                        <p:cTn id="17" dur="1" fill="hold">
                                          <p:stCondLst>
                                            <p:cond delay="0"/>
                                          </p:stCondLst>
                                        </p:cTn>
                                        <p:tgtEl>
                                          <p:spTgt spid="15">
                                            <p:txEl>
                                              <p:pRg st="1" end="1"/>
                                            </p:txEl>
                                          </p:spTgt>
                                        </p:tgtEl>
                                        <p:attrNameLst>
                                          <p:attrName>style.visibility</p:attrName>
                                        </p:attrNameLst>
                                      </p:cBhvr>
                                      <p:to>
                                        <p:strVal val="visible"/>
                                      </p:to>
                                    </p:set>
                                    <p:anim calcmode="lin" valueType="num">
                                      <p:cBhvr>
                                        <p:cTn id="18" dur="500" decel="50000" fill="hold">
                                          <p:stCondLst>
                                            <p:cond delay="0"/>
                                          </p:stCondLst>
                                        </p:cTn>
                                        <p:tgtEl>
                                          <p:spTgt spid="15">
                                            <p:txEl>
                                              <p:pRg st="1" end="1"/>
                                            </p:txEl>
                                          </p:spTgt>
                                        </p:tgtEl>
                                        <p:attrNameLst>
                                          <p:attrName>style.rotation</p:attrName>
                                        </p:attrNameLst>
                                      </p:cBhvr>
                                      <p:tavLst>
                                        <p:tav tm="0">
                                          <p:val>
                                            <p:fltVal val="-90"/>
                                          </p:val>
                                        </p:tav>
                                        <p:tav tm="100000">
                                          <p:val>
                                            <p:fltVal val="0"/>
                                          </p:val>
                                        </p:tav>
                                      </p:tavLst>
                                    </p:anim>
                                    <p:anim calcmode="lin" valueType="num">
                                      <p:cBhvr>
                                        <p:cTn id="19" dur="500" decel="50000" fill="hold">
                                          <p:stCondLst>
                                            <p:cond delay="0"/>
                                          </p:stCondLst>
                                        </p:cTn>
                                        <p:tgtEl>
                                          <p:spTgt spid="15">
                                            <p:txEl>
                                              <p:pRg st="1" end="1"/>
                                            </p:txEl>
                                          </p:spTgt>
                                        </p:tgtEl>
                                        <p:attrNameLst>
                                          <p:attrName>ppt_w</p:attrName>
                                        </p:attrNameLst>
                                      </p:cBhvr>
                                      <p:tavLst>
                                        <p:tav tm="0">
                                          <p:val>
                                            <p:strVal val="#ppt_w"/>
                                          </p:val>
                                        </p:tav>
                                        <p:tav tm="100000">
                                          <p:val>
                                            <p:strVal val="#ppt_w*.05"/>
                                          </p:val>
                                        </p:tav>
                                      </p:tavLst>
                                    </p:anim>
                                    <p:anim calcmode="lin" valueType="num">
                                      <p:cBhvr>
                                        <p:cTn id="20" dur="500" accel="50000" fill="hold">
                                          <p:stCondLst>
                                            <p:cond delay="500"/>
                                          </p:stCondLst>
                                        </p:cTn>
                                        <p:tgtEl>
                                          <p:spTgt spid="15">
                                            <p:txEl>
                                              <p:pRg st="1" end="1"/>
                                            </p:txEl>
                                          </p:spTgt>
                                        </p:tgtEl>
                                        <p:attrNameLst>
                                          <p:attrName>ppt_w</p:attrName>
                                        </p:attrNameLst>
                                      </p:cBhvr>
                                      <p:tavLst>
                                        <p:tav tm="0">
                                          <p:val>
                                            <p:strVal val="#ppt_w*.05"/>
                                          </p:val>
                                        </p:tav>
                                        <p:tav tm="100000">
                                          <p:val>
                                            <p:strVal val="#ppt_w"/>
                                          </p:val>
                                        </p:tav>
                                      </p:tavLst>
                                    </p:anim>
                                    <p:anim calcmode="lin" valueType="num">
                                      <p:cBhvr>
                                        <p:cTn id="21" dur="1000" fill="hold"/>
                                        <p:tgtEl>
                                          <p:spTgt spid="15">
                                            <p:txEl>
                                              <p:pRg st="1" end="1"/>
                                            </p:txEl>
                                          </p:spTgt>
                                        </p:tgtEl>
                                        <p:attrNameLst>
                                          <p:attrName>ppt_h</p:attrName>
                                        </p:attrNameLst>
                                      </p:cBhvr>
                                      <p:tavLst>
                                        <p:tav tm="0">
                                          <p:val>
                                            <p:strVal val="#ppt_h"/>
                                          </p:val>
                                        </p:tav>
                                        <p:tav tm="100000">
                                          <p:val>
                                            <p:strVal val="#ppt_h"/>
                                          </p:val>
                                        </p:tav>
                                      </p:tavLst>
                                    </p:anim>
                                    <p:anim calcmode="lin" valueType="num">
                                      <p:cBhvr>
                                        <p:cTn id="22" dur="500" decel="50000" fill="hold">
                                          <p:stCondLst>
                                            <p:cond delay="0"/>
                                          </p:stCondLst>
                                        </p:cTn>
                                        <p:tgtEl>
                                          <p:spTgt spid="15">
                                            <p:txEl>
                                              <p:pRg st="1" end="1"/>
                                            </p:txEl>
                                          </p:spTgt>
                                        </p:tgtEl>
                                        <p:attrNameLst>
                                          <p:attrName>ppt_x</p:attrName>
                                        </p:attrNameLst>
                                      </p:cBhvr>
                                      <p:tavLst>
                                        <p:tav tm="0">
                                          <p:val>
                                            <p:strVal val="#ppt_x+.4"/>
                                          </p:val>
                                        </p:tav>
                                        <p:tav tm="100000">
                                          <p:val>
                                            <p:strVal val="#ppt_x"/>
                                          </p:val>
                                        </p:tav>
                                      </p:tavLst>
                                    </p:anim>
                                    <p:anim calcmode="lin" valueType="num">
                                      <p:cBhvr>
                                        <p:cTn id="23" dur="500" decel="50000" fill="hold">
                                          <p:stCondLst>
                                            <p:cond delay="0"/>
                                          </p:stCondLst>
                                        </p:cTn>
                                        <p:tgtEl>
                                          <p:spTgt spid="15">
                                            <p:txEl>
                                              <p:pRg st="1" end="1"/>
                                            </p:txEl>
                                          </p:spTgt>
                                        </p:tgtEl>
                                        <p:attrNameLst>
                                          <p:attrName>ppt_y</p:attrName>
                                        </p:attrNameLst>
                                      </p:cBhvr>
                                      <p:tavLst>
                                        <p:tav tm="0">
                                          <p:val>
                                            <p:strVal val="#ppt_y-.2"/>
                                          </p:val>
                                        </p:tav>
                                        <p:tav tm="100000">
                                          <p:val>
                                            <p:strVal val="#ppt_y+.1"/>
                                          </p:val>
                                        </p:tav>
                                      </p:tavLst>
                                    </p:anim>
                                    <p:anim calcmode="lin" valueType="num">
                                      <p:cBhvr>
                                        <p:cTn id="24" dur="500" accel="50000" fill="hold">
                                          <p:stCondLst>
                                            <p:cond delay="500"/>
                                          </p:stCondLst>
                                        </p:cTn>
                                        <p:tgtEl>
                                          <p:spTgt spid="15">
                                            <p:txEl>
                                              <p:pRg st="1" end="1"/>
                                            </p:txEl>
                                          </p:spTgt>
                                        </p:tgtEl>
                                        <p:attrNameLst>
                                          <p:attrName>ppt_y</p:attrName>
                                        </p:attrNameLst>
                                      </p:cBhvr>
                                      <p:tavLst>
                                        <p:tav tm="0">
                                          <p:val>
                                            <p:strVal val="#ppt_y+.1"/>
                                          </p:val>
                                        </p:tav>
                                        <p:tav tm="100000">
                                          <p:val>
                                            <p:strVal val="#ppt_y"/>
                                          </p:val>
                                        </p:tav>
                                      </p:tavLst>
                                    </p:anim>
                                    <p:animEffect transition="in" filter="fade">
                                      <p:cBhvr>
                                        <p:cTn id="25" dur="1000" decel="50000">
                                          <p:stCondLst>
                                            <p:cond delay="0"/>
                                          </p:stCondLst>
                                        </p:cTn>
                                        <p:tgtEl>
                                          <p:spTgt spid="15">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7" presetClass="entr" presetSubtype="10" fill="hold" nodeType="clickEffect">
                                  <p:stCondLst>
                                    <p:cond delay="0"/>
                                  </p:stCondLst>
                                  <p:childTnLst>
                                    <p:set>
                                      <p:cBhvr>
                                        <p:cTn id="29" dur="1" fill="hold">
                                          <p:stCondLst>
                                            <p:cond delay="0"/>
                                          </p:stCondLst>
                                        </p:cTn>
                                        <p:tgtEl>
                                          <p:spTgt spid="15">
                                            <p:txEl>
                                              <p:pRg st="2" end="2"/>
                                            </p:txEl>
                                          </p:spTgt>
                                        </p:tgtEl>
                                        <p:attrNameLst>
                                          <p:attrName>style.visibility</p:attrName>
                                        </p:attrNameLst>
                                      </p:cBhvr>
                                      <p:to>
                                        <p:strVal val="visible"/>
                                      </p:to>
                                    </p:set>
                                    <p:anim calcmode="lin" valueType="num">
                                      <p:cBhvr>
                                        <p:cTn id="30" dur="500" fill="hold"/>
                                        <p:tgtEl>
                                          <p:spTgt spid="15">
                                            <p:txEl>
                                              <p:pRg st="2" end="2"/>
                                            </p:txEl>
                                          </p:spTgt>
                                        </p:tgtEl>
                                        <p:attrNameLst>
                                          <p:attrName>ppt_w</p:attrName>
                                        </p:attrNameLst>
                                      </p:cBhvr>
                                      <p:tavLst>
                                        <p:tav tm="0">
                                          <p:val>
                                            <p:fltVal val="0"/>
                                          </p:val>
                                        </p:tav>
                                        <p:tav tm="100000">
                                          <p:val>
                                            <p:strVal val="#ppt_w"/>
                                          </p:val>
                                        </p:tav>
                                      </p:tavLst>
                                    </p:anim>
                                    <p:anim calcmode="lin" valueType="num">
                                      <p:cBhvr>
                                        <p:cTn id="31" dur="500" fill="hold"/>
                                        <p:tgtEl>
                                          <p:spTgt spid="15">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5">
                                            <p:txEl>
                                              <p:pRg st="3" end="3"/>
                                            </p:txEl>
                                          </p:spTgt>
                                        </p:tgtEl>
                                        <p:attrNameLst>
                                          <p:attrName>style.visibility</p:attrName>
                                        </p:attrNameLst>
                                      </p:cBhvr>
                                      <p:to>
                                        <p:strVal val="visible"/>
                                      </p:to>
                                    </p:set>
                                    <p:anim calcmode="lin" valueType="num">
                                      <p:cBhvr additive="base">
                                        <p:cTn id="36" dur="500" fill="hold"/>
                                        <p:tgtEl>
                                          <p:spTgt spid="15">
                                            <p:txEl>
                                              <p:pRg st="3" end="3"/>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5">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D2A30C0-1BC4-4764-9C0F-5D811CAB8312}"/>
              </a:ext>
            </a:extLst>
          </p:cNvPr>
          <p:cNvSpPr>
            <a:spLocks noGrp="1"/>
          </p:cNvSpPr>
          <p:nvPr>
            <p:ph type="ctrTitle"/>
          </p:nvPr>
        </p:nvSpPr>
        <p:spPr>
          <a:xfrm>
            <a:off x="548640" y="827314"/>
            <a:ext cx="8281987" cy="812799"/>
          </a:xfrm>
        </p:spPr>
        <p:txBody>
          <a:bodyPr/>
          <a:lstStyle/>
          <a:p>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10.4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Phân</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vùng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đồ</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thị</a:t>
            </a:r>
            <a:endParaRPr lang="en-US" sz="3200" b="1" dirty="0"/>
          </a:p>
        </p:txBody>
      </p:sp>
      <p:sp>
        <p:nvSpPr>
          <p:cNvPr id="7" name="Date Placeholder 6">
            <a:extLst>
              <a:ext uri="{FF2B5EF4-FFF2-40B4-BE49-F238E27FC236}">
                <a16:creationId xmlns:a16="http://schemas.microsoft.com/office/drawing/2014/main" id="{45F69D6A-822D-4DB9-A2CC-D9106F1F2B68}"/>
              </a:ext>
            </a:extLst>
          </p:cNvPr>
          <p:cNvSpPr>
            <a:spLocks noGrp="1"/>
          </p:cNvSpPr>
          <p:nvPr>
            <p:ph type="dt" sz="half" idx="10"/>
          </p:nvPr>
        </p:nvSpPr>
        <p:spPr>
          <a:xfrm>
            <a:off x="550863" y="6507212"/>
            <a:ext cx="2628900" cy="153888"/>
          </a:xfrm>
        </p:spPr>
        <p:txBody>
          <a:bodyPr/>
          <a:lstStyle/>
          <a:p>
            <a:r>
              <a:rPr lang="en-US"/>
              <a:t>Tuesday, February 2, 20XX</a:t>
            </a:r>
            <a:endParaRPr lang="en-US" dirty="0"/>
          </a:p>
        </p:txBody>
      </p:sp>
      <p:sp>
        <p:nvSpPr>
          <p:cNvPr id="8" name="Footer Placeholder 7">
            <a:extLst>
              <a:ext uri="{FF2B5EF4-FFF2-40B4-BE49-F238E27FC236}">
                <a16:creationId xmlns:a16="http://schemas.microsoft.com/office/drawing/2014/main" id="{6375D7F3-165A-439B-8D1D-6553B68C2886}"/>
              </a:ext>
            </a:extLst>
          </p:cNvPr>
          <p:cNvSpPr>
            <a:spLocks noGrp="1"/>
          </p:cNvSpPr>
          <p:nvPr>
            <p:ph type="ftr" sz="quarter" idx="11"/>
          </p:nvPr>
        </p:nvSpPr>
        <p:spPr>
          <a:xfrm>
            <a:off x="3359150" y="6507212"/>
            <a:ext cx="6379210" cy="153888"/>
          </a:xfrm>
        </p:spPr>
        <p:txBody>
          <a:bodyPr/>
          <a:lstStyle/>
          <a:p>
            <a:r>
              <a:rPr lang="en-US"/>
              <a:t>Sample Footer Text</a:t>
            </a:r>
          </a:p>
        </p:txBody>
      </p:sp>
      <p:sp>
        <p:nvSpPr>
          <p:cNvPr id="9" name="Slide Number Placeholder 8">
            <a:extLst>
              <a:ext uri="{FF2B5EF4-FFF2-40B4-BE49-F238E27FC236}">
                <a16:creationId xmlns:a16="http://schemas.microsoft.com/office/drawing/2014/main" id="{7AF9A883-CC44-4401-AE67-8FCEACB7DDDA}"/>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10</a:t>
            </a:fld>
            <a:endParaRPr lang="en-US"/>
          </a:p>
        </p:txBody>
      </p:sp>
      <p:sp>
        <p:nvSpPr>
          <p:cNvPr id="37" name="TextBox 36">
            <a:extLst>
              <a:ext uri="{FF2B5EF4-FFF2-40B4-BE49-F238E27FC236}">
                <a16:creationId xmlns:a16="http://schemas.microsoft.com/office/drawing/2014/main" id="{8FD0B38C-EAD9-4D0D-ACDA-71BB168CB637}"/>
              </a:ext>
            </a:extLst>
          </p:cNvPr>
          <p:cNvSpPr txBox="1"/>
          <p:nvPr/>
        </p:nvSpPr>
        <p:spPr>
          <a:xfrm>
            <a:off x="548640" y="1785908"/>
            <a:ext cx="9800705" cy="1815882"/>
          </a:xfrm>
          <a:prstGeom prst="rect">
            <a:avLst/>
          </a:prstGeom>
          <a:noFill/>
        </p:spPr>
        <p:txBody>
          <a:bodyPr wrap="square" rtlCol="0">
            <a:spAutoFit/>
          </a:bodyPr>
          <a:lstStyle/>
          <a:p>
            <a:pPr marL="285750" indent="-285750">
              <a:buFont typeface="Wingdings" panose="05000000000000000000" pitchFamily="2" charset="2"/>
              <a:buChar char="q"/>
            </a:pPr>
            <a:r>
              <a:rPr lang="en-US" sz="2000" b="1" dirty="0" err="1">
                <a:effectLst/>
                <a:latin typeface="Times New Roman" panose="02020603050405020304" pitchFamily="18" charset="0"/>
                <a:ea typeface="Calibri" panose="020F0502020204030204" pitchFamily="34" charset="0"/>
              </a:rPr>
              <a:t>Cắt</a:t>
            </a:r>
            <a:r>
              <a:rPr lang="en-US" sz="2000" b="1" dirty="0">
                <a:effectLst/>
                <a:latin typeface="Times New Roman" panose="02020603050405020304" pitchFamily="18" charset="0"/>
                <a:ea typeface="Calibri" panose="020F0502020204030204" pitchFamily="34" charset="0"/>
              </a:rPr>
              <a:t> </a:t>
            </a:r>
            <a:r>
              <a:rPr lang="en-US" sz="2000" b="1" dirty="0" err="1">
                <a:effectLst/>
                <a:latin typeface="Times New Roman" panose="02020603050405020304" pitchFamily="18" charset="0"/>
                <a:ea typeface="Calibri" panose="020F0502020204030204" pitchFamily="34" charset="0"/>
              </a:rPr>
              <a:t>chuẩn</a:t>
            </a:r>
            <a:r>
              <a:rPr lang="en-US" sz="2000" b="1" dirty="0">
                <a:effectLst/>
                <a:latin typeface="Times New Roman" panose="02020603050405020304" pitchFamily="18" charset="0"/>
                <a:ea typeface="Calibri" panose="020F0502020204030204" pitchFamily="34" charset="0"/>
              </a:rPr>
              <a:t> </a:t>
            </a:r>
            <a:r>
              <a:rPr lang="en-US" sz="2000" b="1" dirty="0" err="1">
                <a:effectLst/>
                <a:latin typeface="Times New Roman" panose="02020603050405020304" pitchFamily="18" charset="0"/>
                <a:ea typeface="Calibri" panose="020F0502020204030204" pitchFamily="34" charset="0"/>
              </a:rPr>
              <a:t>hóa</a:t>
            </a:r>
            <a:endParaRPr lang="en-US" sz="2000" b="1" dirty="0">
              <a:effectLst/>
              <a:latin typeface="Times New Roman" panose="02020603050405020304" pitchFamily="18" charset="0"/>
              <a:ea typeface="Calibri" panose="020F0502020204030204" pitchFamily="34" charset="0"/>
            </a:endParaRPr>
          </a:p>
          <a:p>
            <a:pPr marL="285750" indent="-285750">
              <a:buFont typeface="Wingdings" panose="05000000000000000000" pitchFamily="2" charset="2"/>
              <a:buChar char="q"/>
            </a:pPr>
            <a:endParaRPr lang="en-US" sz="2000" dirty="0">
              <a:effectLst/>
              <a:latin typeface="Times New Roman" panose="02020603050405020304" pitchFamily="18" charset="0"/>
              <a:ea typeface="Calibri" panose="020F0502020204030204" pitchFamily="34" charset="0"/>
            </a:endParaRP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T</a:t>
            </a:r>
            <a:r>
              <a:rPr lang="vi-VN" dirty="0">
                <a:latin typeface="Times New Roman" panose="02020603050405020304" pitchFamily="18" charset="0"/>
                <a:cs typeface="Times New Roman" panose="02020603050405020304" pitchFamily="18" charset="0"/>
              </a:rPr>
              <a:t>a có thể chuẩn hóa kích thước của hình cắt bằng cách lấy tỷ lệ giữa kích thước của hình cắt và thể tích của mỗi bộ trong hai bộ được hình thành bởi vết cắ</a:t>
            </a:r>
            <a:r>
              <a:rPr lang="en-US" dirty="0">
                <a:latin typeface="Times New Roman" panose="02020603050405020304" pitchFamily="18" charset="0"/>
                <a:cs typeface="Times New Roman" panose="02020603050405020304" pitchFamily="18" charset="0"/>
              </a:rPr>
              <a:t>t</a:t>
            </a:r>
          </a:p>
          <a:p>
            <a:pPr marL="285750" indent="-285750">
              <a:buFont typeface="Wingdings" panose="05000000000000000000" pitchFamily="2" charset="2"/>
              <a:buChar char="§"/>
            </a:pPr>
            <a:r>
              <a:rPr lang="vi-VN" sz="1800" dirty="0">
                <a:effectLst/>
                <a:latin typeface="Times New Roman" panose="02020603050405020304" pitchFamily="18" charset="0"/>
                <a:ea typeface="Cousine"/>
                <a:cs typeface="Times New Roman" panose="02020603050405020304" pitchFamily="18" charset="0"/>
              </a:rPr>
              <a:t>Các vết cắt chuẩn hóa với tổng thấp là tốt, theo nghĩa là chúng có xu hướng chia các nút thành hai phần gần bằng nhau và có kích thước tương đối nhỏ.</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7987666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7">
                                            <p:txEl>
                                              <p:pRg st="0" end="0"/>
                                            </p:txEl>
                                          </p:spTgt>
                                        </p:tgtEl>
                                        <p:attrNameLst>
                                          <p:attrName>style.visibility</p:attrName>
                                        </p:attrNameLst>
                                      </p:cBhvr>
                                      <p:to>
                                        <p:strVal val="visible"/>
                                      </p:to>
                                    </p:set>
                                    <p:animEffect transition="in" filter="wipe(down)">
                                      <p:cBhvr>
                                        <p:cTn id="7" dur="580">
                                          <p:stCondLst>
                                            <p:cond delay="0"/>
                                          </p:stCondLst>
                                        </p:cTn>
                                        <p:tgtEl>
                                          <p:spTgt spid="37">
                                            <p:txEl>
                                              <p:pRg st="0" end="0"/>
                                            </p:txEl>
                                          </p:spTgt>
                                        </p:tgtEl>
                                      </p:cBhvr>
                                    </p:animEffect>
                                    <p:anim calcmode="lin" valueType="num">
                                      <p:cBhvr>
                                        <p:cTn id="8" dur="1822" tmFilter="0,0; 0.14,0.36; 0.43,0.73; 0.71,0.91; 1.0,1.0">
                                          <p:stCondLst>
                                            <p:cond delay="0"/>
                                          </p:stCondLst>
                                        </p:cTn>
                                        <p:tgtEl>
                                          <p:spTgt spid="37">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7">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7">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7">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7">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7">
                                            <p:txEl>
                                              <p:pRg st="0" end="0"/>
                                            </p:txEl>
                                          </p:spTgt>
                                        </p:tgtEl>
                                      </p:cBhvr>
                                      <p:to x="100000" y="60000"/>
                                    </p:animScale>
                                    <p:animScale>
                                      <p:cBhvr>
                                        <p:cTn id="14" dur="166" decel="50000">
                                          <p:stCondLst>
                                            <p:cond delay="676"/>
                                          </p:stCondLst>
                                        </p:cTn>
                                        <p:tgtEl>
                                          <p:spTgt spid="37">
                                            <p:txEl>
                                              <p:pRg st="0" end="0"/>
                                            </p:txEl>
                                          </p:spTgt>
                                        </p:tgtEl>
                                      </p:cBhvr>
                                      <p:to x="100000" y="100000"/>
                                    </p:animScale>
                                    <p:animScale>
                                      <p:cBhvr>
                                        <p:cTn id="15" dur="26">
                                          <p:stCondLst>
                                            <p:cond delay="1312"/>
                                          </p:stCondLst>
                                        </p:cTn>
                                        <p:tgtEl>
                                          <p:spTgt spid="37">
                                            <p:txEl>
                                              <p:pRg st="0" end="0"/>
                                            </p:txEl>
                                          </p:spTgt>
                                        </p:tgtEl>
                                      </p:cBhvr>
                                      <p:to x="100000" y="80000"/>
                                    </p:animScale>
                                    <p:animScale>
                                      <p:cBhvr>
                                        <p:cTn id="16" dur="166" decel="50000">
                                          <p:stCondLst>
                                            <p:cond delay="1338"/>
                                          </p:stCondLst>
                                        </p:cTn>
                                        <p:tgtEl>
                                          <p:spTgt spid="37">
                                            <p:txEl>
                                              <p:pRg st="0" end="0"/>
                                            </p:txEl>
                                          </p:spTgt>
                                        </p:tgtEl>
                                      </p:cBhvr>
                                      <p:to x="100000" y="100000"/>
                                    </p:animScale>
                                    <p:animScale>
                                      <p:cBhvr>
                                        <p:cTn id="17" dur="26">
                                          <p:stCondLst>
                                            <p:cond delay="1642"/>
                                          </p:stCondLst>
                                        </p:cTn>
                                        <p:tgtEl>
                                          <p:spTgt spid="37">
                                            <p:txEl>
                                              <p:pRg st="0" end="0"/>
                                            </p:txEl>
                                          </p:spTgt>
                                        </p:tgtEl>
                                      </p:cBhvr>
                                      <p:to x="100000" y="90000"/>
                                    </p:animScale>
                                    <p:animScale>
                                      <p:cBhvr>
                                        <p:cTn id="18" dur="166" decel="50000">
                                          <p:stCondLst>
                                            <p:cond delay="1668"/>
                                          </p:stCondLst>
                                        </p:cTn>
                                        <p:tgtEl>
                                          <p:spTgt spid="37">
                                            <p:txEl>
                                              <p:pRg st="0" end="0"/>
                                            </p:txEl>
                                          </p:spTgt>
                                        </p:tgtEl>
                                      </p:cBhvr>
                                      <p:to x="100000" y="100000"/>
                                    </p:animScale>
                                    <p:animScale>
                                      <p:cBhvr>
                                        <p:cTn id="19" dur="26">
                                          <p:stCondLst>
                                            <p:cond delay="1808"/>
                                          </p:stCondLst>
                                        </p:cTn>
                                        <p:tgtEl>
                                          <p:spTgt spid="37">
                                            <p:txEl>
                                              <p:pRg st="0" end="0"/>
                                            </p:txEl>
                                          </p:spTgt>
                                        </p:tgtEl>
                                      </p:cBhvr>
                                      <p:to x="100000" y="95000"/>
                                    </p:animScale>
                                    <p:animScale>
                                      <p:cBhvr>
                                        <p:cTn id="20" dur="166" decel="50000">
                                          <p:stCondLst>
                                            <p:cond delay="1834"/>
                                          </p:stCondLst>
                                        </p:cTn>
                                        <p:tgtEl>
                                          <p:spTgt spid="37">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7" presetClass="entr" presetSubtype="0" fill="hold" nodeType="clickEffect">
                                  <p:stCondLst>
                                    <p:cond delay="0"/>
                                  </p:stCondLst>
                                  <p:childTnLst>
                                    <p:set>
                                      <p:cBhvr>
                                        <p:cTn id="24" dur="1" fill="hold">
                                          <p:stCondLst>
                                            <p:cond delay="0"/>
                                          </p:stCondLst>
                                        </p:cTn>
                                        <p:tgtEl>
                                          <p:spTgt spid="37">
                                            <p:txEl>
                                              <p:pRg st="2" end="2"/>
                                            </p:txEl>
                                          </p:spTgt>
                                        </p:tgtEl>
                                        <p:attrNameLst>
                                          <p:attrName>style.visibility</p:attrName>
                                        </p:attrNameLst>
                                      </p:cBhvr>
                                      <p:to>
                                        <p:strVal val="visible"/>
                                      </p:to>
                                    </p:set>
                                    <p:animEffect transition="in" filter="fade">
                                      <p:cBhvr>
                                        <p:cTn id="25" dur="1000"/>
                                        <p:tgtEl>
                                          <p:spTgt spid="37">
                                            <p:txEl>
                                              <p:pRg st="2" end="2"/>
                                            </p:txEl>
                                          </p:spTgt>
                                        </p:tgtEl>
                                      </p:cBhvr>
                                    </p:animEffect>
                                    <p:anim calcmode="lin" valueType="num">
                                      <p:cBhvr>
                                        <p:cTn id="26" dur="1000" fill="hold"/>
                                        <p:tgtEl>
                                          <p:spTgt spid="37">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37">
                                            <p:txEl>
                                              <p:pRg st="2" end="2"/>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7">
                                            <p:txEl>
                                              <p:pRg st="3" end="3"/>
                                            </p:txEl>
                                          </p:spTgt>
                                        </p:tgtEl>
                                        <p:attrNameLst>
                                          <p:attrName>style.visibility</p:attrName>
                                        </p:attrNameLst>
                                      </p:cBhvr>
                                      <p:to>
                                        <p:strVal val="visible"/>
                                      </p:to>
                                    </p:set>
                                    <p:animEffect transition="in" filter="fade">
                                      <p:cBhvr>
                                        <p:cTn id="30" dur="1000"/>
                                        <p:tgtEl>
                                          <p:spTgt spid="37">
                                            <p:txEl>
                                              <p:pRg st="3" end="3"/>
                                            </p:txEl>
                                          </p:spTgt>
                                        </p:tgtEl>
                                      </p:cBhvr>
                                    </p:animEffect>
                                    <p:anim calcmode="lin" valueType="num">
                                      <p:cBhvr>
                                        <p:cTn id="31" dur="1000" fill="hold"/>
                                        <p:tgtEl>
                                          <p:spTgt spid="37">
                                            <p:txEl>
                                              <p:pRg st="3" end="3"/>
                                            </p:txEl>
                                          </p:spTgt>
                                        </p:tgtEl>
                                        <p:attrNameLst>
                                          <p:attrName>ppt_x</p:attrName>
                                        </p:attrNameLst>
                                      </p:cBhvr>
                                      <p:tavLst>
                                        <p:tav tm="0">
                                          <p:val>
                                            <p:strVal val="#ppt_x"/>
                                          </p:val>
                                        </p:tav>
                                        <p:tav tm="100000">
                                          <p:val>
                                            <p:strVal val="#ppt_x"/>
                                          </p:val>
                                        </p:tav>
                                      </p:tavLst>
                                    </p:anim>
                                    <p:anim calcmode="lin" valueType="num">
                                      <p:cBhvr>
                                        <p:cTn id="32" dur="1000" fill="hold"/>
                                        <p:tgtEl>
                                          <p:spTgt spid="3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D10F3D66-0109-4903-90B9-66D0E288F721}"/>
              </a:ext>
              <a:ext uri="{C183D7F6-B498-43B3-948B-1728B52AA6E4}">
                <adec:decorative xmlns:adec="http://schemas.microsoft.com/office/drawing/2017/decorative" val="1"/>
              </a:ext>
            </a:extLst>
          </p:cNvPr>
          <p:cNvGrpSpPr/>
          <p:nvPr/>
        </p:nvGrpSpPr>
        <p:grpSpPr>
          <a:xfrm>
            <a:off x="10379261" y="2030035"/>
            <a:ext cx="1335600" cy="1262947"/>
            <a:chOff x="10145015" y="2343978"/>
            <a:chExt cx="1335600" cy="1262947"/>
          </a:xfrm>
        </p:grpSpPr>
        <p:sp>
          <p:nvSpPr>
            <p:cNvPr id="26" name="Freeform: Shape 25">
              <a:extLst>
                <a:ext uri="{FF2B5EF4-FFF2-40B4-BE49-F238E27FC236}">
                  <a16:creationId xmlns:a16="http://schemas.microsoft.com/office/drawing/2014/main" id="{57DAB968-9B52-4EFF-AD39-7657DFEA6E48}"/>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7" name="Oval 26">
              <a:extLst>
                <a:ext uri="{FF2B5EF4-FFF2-40B4-BE49-F238E27FC236}">
                  <a16:creationId xmlns:a16="http://schemas.microsoft.com/office/drawing/2014/main" id="{962BE440-9634-4380-B142-5DB692420C52}"/>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7" name="Title 6">
            <a:extLst>
              <a:ext uri="{FF2B5EF4-FFF2-40B4-BE49-F238E27FC236}">
                <a16:creationId xmlns:a16="http://schemas.microsoft.com/office/drawing/2014/main" id="{4B18D636-CC10-4B1E-AA38-419DCCF2D9C9}"/>
              </a:ext>
            </a:extLst>
          </p:cNvPr>
          <p:cNvSpPr>
            <a:spLocks noGrp="1"/>
          </p:cNvSpPr>
          <p:nvPr>
            <p:ph type="title"/>
          </p:nvPr>
        </p:nvSpPr>
        <p:spPr>
          <a:xfrm>
            <a:off x="550862" y="696686"/>
            <a:ext cx="11097551" cy="874048"/>
          </a:xfrm>
        </p:spPr>
        <p:txBody>
          <a:bodyPr>
            <a:normAutofit/>
          </a:bodyPr>
          <a:lstStyle/>
          <a:p>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10.4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Phân</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vùng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đồ</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thị</a:t>
            </a:r>
            <a:endParaRPr lang="en-US" sz="3200" b="1" dirty="0"/>
          </a:p>
        </p:txBody>
      </p:sp>
      <p:sp>
        <p:nvSpPr>
          <p:cNvPr id="9" name="Text Placeholder 8">
            <a:extLst>
              <a:ext uri="{FF2B5EF4-FFF2-40B4-BE49-F238E27FC236}">
                <a16:creationId xmlns:a16="http://schemas.microsoft.com/office/drawing/2014/main" id="{0D098C43-2F2A-4100-89BC-5931039293FA}"/>
              </a:ext>
            </a:extLst>
          </p:cNvPr>
          <p:cNvSpPr>
            <a:spLocks noGrp="1"/>
          </p:cNvSpPr>
          <p:nvPr>
            <p:ph type="body" idx="1"/>
          </p:nvPr>
        </p:nvSpPr>
        <p:spPr>
          <a:xfrm>
            <a:off x="550864" y="1731375"/>
            <a:ext cx="5437186" cy="535354"/>
          </a:xfrm>
        </p:spPr>
        <p:txBody>
          <a:bodyPr/>
          <a:lstStyle/>
          <a:p>
            <a:pPr marL="285750" indent="-285750">
              <a:buFont typeface="Wingdings" panose="05000000000000000000" pitchFamily="2" charset="2"/>
              <a:buChar char="q"/>
            </a:pPr>
            <a:r>
              <a:rPr lang="en-US" sz="2000" b="1" cap="none" dirty="0" err="1">
                <a:effectLst/>
                <a:latin typeface="Times New Roman" panose="02020603050405020304" pitchFamily="18" charset="0"/>
                <a:ea typeface="Calibri" panose="020F0502020204030204" pitchFamily="34" charset="0"/>
              </a:rPr>
              <a:t>Một</a:t>
            </a:r>
            <a:r>
              <a:rPr lang="en-US" sz="2000" b="1" cap="none" dirty="0">
                <a:effectLst/>
                <a:latin typeface="Times New Roman" panose="02020603050405020304" pitchFamily="18" charset="0"/>
                <a:ea typeface="Calibri" panose="020F0502020204030204" pitchFamily="34" charset="0"/>
              </a:rPr>
              <a:t> </a:t>
            </a:r>
            <a:r>
              <a:rPr lang="en-US" sz="2000" b="1" cap="none" dirty="0" err="1">
                <a:effectLst/>
                <a:latin typeface="Times New Roman" panose="02020603050405020304" pitchFamily="18" charset="0"/>
                <a:ea typeface="Calibri" panose="020F0502020204030204" pitchFamily="34" charset="0"/>
              </a:rPr>
              <a:t>số</a:t>
            </a:r>
            <a:r>
              <a:rPr lang="en-US" sz="2000" b="1" cap="none" dirty="0">
                <a:effectLst/>
                <a:latin typeface="Times New Roman" panose="02020603050405020304" pitchFamily="18" charset="0"/>
                <a:ea typeface="Calibri" panose="020F0502020204030204" pitchFamily="34" charset="0"/>
              </a:rPr>
              <a:t> ma </a:t>
            </a:r>
            <a:r>
              <a:rPr lang="en-US" sz="2000" b="1" cap="none" dirty="0" err="1">
                <a:effectLst/>
                <a:latin typeface="Times New Roman" panose="02020603050405020304" pitchFamily="18" charset="0"/>
                <a:ea typeface="Calibri" panose="020F0502020204030204" pitchFamily="34" charset="0"/>
              </a:rPr>
              <a:t>trận</a:t>
            </a:r>
            <a:r>
              <a:rPr lang="en-US" sz="2000" b="1" cap="none" dirty="0">
                <a:effectLst/>
                <a:latin typeface="Times New Roman" panose="02020603050405020304" pitchFamily="18" charset="0"/>
                <a:ea typeface="Calibri" panose="020F0502020204030204" pitchFamily="34" charset="0"/>
              </a:rPr>
              <a:t> </a:t>
            </a:r>
            <a:r>
              <a:rPr lang="en-US" sz="2000" b="1" cap="none" dirty="0" err="1">
                <a:effectLst/>
                <a:latin typeface="Times New Roman" panose="02020603050405020304" pitchFamily="18" charset="0"/>
                <a:ea typeface="Calibri" panose="020F0502020204030204" pitchFamily="34" charset="0"/>
              </a:rPr>
              <a:t>mô</a:t>
            </a:r>
            <a:r>
              <a:rPr lang="en-US" sz="2000" b="1" cap="none" dirty="0">
                <a:effectLst/>
                <a:latin typeface="Times New Roman" panose="02020603050405020304" pitchFamily="18" charset="0"/>
                <a:ea typeface="Calibri" panose="020F0502020204030204" pitchFamily="34" charset="0"/>
              </a:rPr>
              <a:t> </a:t>
            </a:r>
            <a:r>
              <a:rPr lang="en-US" sz="2000" b="1" cap="none" dirty="0" err="1">
                <a:effectLst/>
                <a:latin typeface="Times New Roman" panose="02020603050405020304" pitchFamily="18" charset="0"/>
                <a:ea typeface="Calibri" panose="020F0502020204030204" pitchFamily="34" charset="0"/>
              </a:rPr>
              <a:t>tả</a:t>
            </a:r>
            <a:r>
              <a:rPr lang="en-US" sz="2000" b="1" cap="none" dirty="0">
                <a:effectLst/>
                <a:latin typeface="Times New Roman" panose="02020603050405020304" pitchFamily="18" charset="0"/>
                <a:ea typeface="Calibri" panose="020F0502020204030204" pitchFamily="34" charset="0"/>
              </a:rPr>
              <a:t> </a:t>
            </a:r>
            <a:r>
              <a:rPr lang="en-US" sz="2000" b="1" cap="none" dirty="0" err="1">
                <a:effectLst/>
                <a:latin typeface="Times New Roman" panose="02020603050405020304" pitchFamily="18" charset="0"/>
                <a:ea typeface="Calibri" panose="020F0502020204030204" pitchFamily="34" charset="0"/>
              </a:rPr>
              <a:t>đồ</a:t>
            </a:r>
            <a:r>
              <a:rPr lang="en-US" sz="2000" b="1" cap="none" dirty="0">
                <a:effectLst/>
                <a:latin typeface="Times New Roman" panose="02020603050405020304" pitchFamily="18" charset="0"/>
                <a:ea typeface="Calibri" panose="020F0502020204030204" pitchFamily="34" charset="0"/>
              </a:rPr>
              <a:t> </a:t>
            </a:r>
            <a:r>
              <a:rPr lang="en-US" sz="2000" b="1" cap="none" dirty="0" err="1">
                <a:effectLst/>
                <a:latin typeface="Times New Roman" panose="02020603050405020304" pitchFamily="18" charset="0"/>
                <a:ea typeface="Calibri" panose="020F0502020204030204" pitchFamily="34" charset="0"/>
              </a:rPr>
              <a:t>thị</a:t>
            </a:r>
            <a:endParaRPr lang="en-US" sz="2000" b="1" cap="none" dirty="0"/>
          </a:p>
        </p:txBody>
      </p:sp>
      <p:sp>
        <p:nvSpPr>
          <p:cNvPr id="10" name="Content Placeholder 9">
            <a:extLst>
              <a:ext uri="{FF2B5EF4-FFF2-40B4-BE49-F238E27FC236}">
                <a16:creationId xmlns:a16="http://schemas.microsoft.com/office/drawing/2014/main" id="{1DB251F7-EBE7-46AC-A920-FFE2C5AF68EA}"/>
              </a:ext>
            </a:extLst>
          </p:cNvPr>
          <p:cNvSpPr>
            <a:spLocks noGrp="1"/>
          </p:cNvSpPr>
          <p:nvPr>
            <p:ph sz="half" idx="2"/>
          </p:nvPr>
        </p:nvSpPr>
        <p:spPr>
          <a:xfrm>
            <a:off x="550863" y="2427370"/>
            <a:ext cx="5429114" cy="3515555"/>
          </a:xfrm>
        </p:spPr>
        <p:txBody>
          <a:bodyPr/>
          <a:lstStyle/>
          <a:p>
            <a:pPr>
              <a:buFont typeface="Wingdings" panose="05000000000000000000" pitchFamily="2"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Ma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trận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kề</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p>
          <a:p>
            <a:pPr lvl="1">
              <a:buFont typeface="Courier New" panose="02070309020205020404" pitchFamily="49" charset="0"/>
              <a:buChar char="o"/>
            </a:pPr>
            <a:r>
              <a:rPr lang="vi-VN" sz="1800" dirty="0">
                <a:effectLst/>
                <a:latin typeface="Times New Roman" panose="02020603050405020304" pitchFamily="18" charset="0"/>
                <a:ea typeface="Cousine"/>
                <a:cs typeface="Times New Roman" panose="02020603050405020304" pitchFamily="18" charset="0"/>
              </a:rPr>
              <a:t>Các ma trận này mô tả một đồ thị</a:t>
            </a:r>
            <a:endParaRPr lang="en-US" sz="1800" dirty="0">
              <a:latin typeface="Times New Roman" panose="02020603050405020304" pitchFamily="18" charset="0"/>
              <a:ea typeface="Cousine"/>
              <a:cs typeface="Times New Roman" panose="02020603050405020304" pitchFamily="18" charset="0"/>
            </a:endParaRPr>
          </a:p>
          <a:p>
            <a:pPr lvl="1">
              <a:buFont typeface="Courier New" panose="02070309020205020404" pitchFamily="49" charset="0"/>
              <a:buChar char="o"/>
            </a:pPr>
            <a:r>
              <a:rPr lang="vi-VN" sz="1800" dirty="0">
                <a:effectLst/>
                <a:latin typeface="Times New Roman" panose="02020603050405020304" pitchFamily="18" charset="0"/>
                <a:ea typeface="Cousine"/>
                <a:cs typeface="Times New Roman" panose="02020603050405020304" pitchFamily="18" charset="0"/>
              </a:rPr>
              <a:t>Mục nhập trong hàng i và cột j</a:t>
            </a:r>
            <a:r>
              <a:rPr lang="vi-VN" sz="1800" spc="340"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là</a:t>
            </a:r>
            <a:r>
              <a:rPr lang="en-US" sz="1800" dirty="0">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1 nếu có một cạnh giữa các nút i và j, và 0 nếu không.</a:t>
            </a:r>
            <a:endParaRPr lang="en-US" sz="1800" dirty="0">
              <a:latin typeface="Times New Roman" panose="02020603050405020304" pitchFamily="18" charset="0"/>
              <a:cs typeface="Times New Roman" panose="02020603050405020304" pitchFamily="18" charset="0"/>
            </a:endParaRPr>
          </a:p>
        </p:txBody>
      </p:sp>
      <p:sp>
        <p:nvSpPr>
          <p:cNvPr id="12" name="Content Placeholder 11">
            <a:extLst>
              <a:ext uri="{FF2B5EF4-FFF2-40B4-BE49-F238E27FC236}">
                <a16:creationId xmlns:a16="http://schemas.microsoft.com/office/drawing/2014/main" id="{7FB7F30B-2A84-4C44-BC5A-E826ED6E74A2}"/>
              </a:ext>
            </a:extLst>
          </p:cNvPr>
          <p:cNvSpPr>
            <a:spLocks noGrp="1"/>
          </p:cNvSpPr>
          <p:nvPr>
            <p:ph sz="quarter" idx="4"/>
          </p:nvPr>
        </p:nvSpPr>
        <p:spPr>
          <a:xfrm>
            <a:off x="6212023" y="2427370"/>
            <a:ext cx="5436391" cy="3515555"/>
          </a:xfrm>
        </p:spPr>
        <p:txBody>
          <a:bodyPr/>
          <a:lstStyle/>
          <a:p>
            <a:pPr>
              <a:buFont typeface="Wingdings" panose="05000000000000000000" pitchFamily="2" charset="2"/>
              <a:buChar char="§"/>
            </a:pPr>
            <a:r>
              <a:rPr lang="vi-VN" sz="1800" dirty="0">
                <a:effectLst/>
                <a:latin typeface="Times New Roman" panose="02020603050405020304" pitchFamily="18" charset="0"/>
                <a:ea typeface="Cousine"/>
                <a:cs typeface="Times New Roman" panose="02020603050405020304" pitchFamily="18" charset="0"/>
              </a:rPr>
              <a:t>Ma trận bậc: </a:t>
            </a:r>
            <a:endParaRPr lang="en-US" sz="1800" dirty="0">
              <a:effectLst/>
              <a:latin typeface="Times New Roman" panose="02020603050405020304" pitchFamily="18" charset="0"/>
              <a:ea typeface="Cousine"/>
              <a:cs typeface="Times New Roman" panose="02020603050405020304" pitchFamily="18" charset="0"/>
            </a:endParaRPr>
          </a:p>
          <a:p>
            <a:pPr lvl="1">
              <a:buFont typeface="Courier New" panose="02070309020205020404" pitchFamily="49" charset="0"/>
              <a:buChar char="o"/>
            </a:pPr>
            <a:r>
              <a:rPr lang="vi-VN" sz="1800" dirty="0">
                <a:effectLst/>
                <a:latin typeface="Times New Roman" panose="02020603050405020304" pitchFamily="18" charset="0"/>
                <a:ea typeface="Cousine"/>
                <a:cs typeface="Times New Roman" panose="02020603050405020304" pitchFamily="18" charset="0"/>
              </a:rPr>
              <a:t>Ma trận bậc cho một đồ thị có d ở mục nhập đường chéo thứ i nếu d là bậc của nút thứ i</a:t>
            </a:r>
            <a:endParaRPr lang="en-US" sz="1800" dirty="0">
              <a:latin typeface="Times New Roman" panose="02020603050405020304" pitchFamily="18" charset="0"/>
              <a:ea typeface="Cousine"/>
              <a:cs typeface="Times New Roman" panose="02020603050405020304" pitchFamily="18" charset="0"/>
            </a:endParaRPr>
          </a:p>
          <a:p>
            <a:pPr lvl="1">
              <a:buFont typeface="Courier New" panose="02070309020205020404" pitchFamily="49" charset="0"/>
              <a:buChar char="o"/>
            </a:pPr>
            <a:r>
              <a:rPr lang="vi-VN" sz="1800" dirty="0">
                <a:effectLst/>
                <a:latin typeface="Times New Roman" panose="02020603050405020304" pitchFamily="18" charset="0"/>
                <a:ea typeface="Cousine"/>
                <a:cs typeface="Times New Roman" panose="02020603050405020304" pitchFamily="18" charset="0"/>
              </a:rPr>
              <a:t>Ngoài đường chéo, tất cả các mục nhập đều là</a:t>
            </a:r>
            <a:r>
              <a:rPr lang="vi-VN" sz="1800" spc="370"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0.</a:t>
            </a:r>
            <a:endParaRPr lang="en-US" sz="1800" dirty="0">
              <a:effectLst/>
              <a:latin typeface="Times New Roman" panose="02020603050405020304" pitchFamily="18" charset="0"/>
              <a:ea typeface="Cousine"/>
              <a:cs typeface="Times New Roman" panose="02020603050405020304" pitchFamily="18" charset="0"/>
            </a:endParaRPr>
          </a:p>
          <a:p>
            <a:pPr marL="457200" lvl="1" indent="0">
              <a:buNone/>
            </a:pPr>
            <a:endParaRPr lang="en-US"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C329F70-04F7-4C70-BCF8-D4371F54EF2F}"/>
              </a:ext>
            </a:extLst>
          </p:cNvPr>
          <p:cNvSpPr>
            <a:spLocks noGrp="1"/>
          </p:cNvSpPr>
          <p:nvPr>
            <p:ph type="dt" sz="half" idx="10"/>
          </p:nvPr>
        </p:nvSpPr>
        <p:spPr>
          <a:xfrm>
            <a:off x="550863" y="6507212"/>
            <a:ext cx="2628900" cy="153888"/>
          </a:xfrm>
        </p:spPr>
        <p:txBody>
          <a:bodyPr/>
          <a:lstStyle/>
          <a:p>
            <a:r>
              <a:rPr lang="en-US"/>
              <a:t>Tuesday, February 2, 20XX</a:t>
            </a:r>
            <a:endParaRPr lang="en-US" dirty="0"/>
          </a:p>
        </p:txBody>
      </p:sp>
      <p:sp>
        <p:nvSpPr>
          <p:cNvPr id="5" name="Footer Placeholder 4">
            <a:extLst>
              <a:ext uri="{FF2B5EF4-FFF2-40B4-BE49-F238E27FC236}">
                <a16:creationId xmlns:a16="http://schemas.microsoft.com/office/drawing/2014/main" id="{06A3302E-502D-4151-81C9-5FD6AF9596D6}"/>
              </a:ext>
            </a:extLst>
          </p:cNvPr>
          <p:cNvSpPr>
            <a:spLocks noGrp="1"/>
          </p:cNvSpPr>
          <p:nvPr>
            <p:ph type="ftr" sz="quarter" idx="11"/>
          </p:nvPr>
        </p:nvSpPr>
        <p:spPr>
          <a:xfrm>
            <a:off x="3359150" y="6507212"/>
            <a:ext cx="6379210" cy="153888"/>
          </a:xfrm>
        </p:spPr>
        <p:txBody>
          <a:bodyPr/>
          <a:lstStyle/>
          <a:p>
            <a:r>
              <a:rPr lang="en-US"/>
              <a:t>Sample Footer Text</a:t>
            </a:r>
          </a:p>
        </p:txBody>
      </p:sp>
      <p:sp>
        <p:nvSpPr>
          <p:cNvPr id="6" name="Slide Number Placeholder 5">
            <a:extLst>
              <a:ext uri="{FF2B5EF4-FFF2-40B4-BE49-F238E27FC236}">
                <a16:creationId xmlns:a16="http://schemas.microsoft.com/office/drawing/2014/main" id="{9ED907F8-C614-4D59-A03F-BF9CD5E35703}"/>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11</a:t>
            </a:fld>
            <a:endParaRPr lang="en-US"/>
          </a:p>
        </p:txBody>
      </p:sp>
      <p:sp>
        <p:nvSpPr>
          <p:cNvPr id="22" name="Freeform: Shape 21">
            <a:extLst>
              <a:ext uri="{FF2B5EF4-FFF2-40B4-BE49-F238E27FC236}">
                <a16:creationId xmlns:a16="http://schemas.microsoft.com/office/drawing/2014/main" id="{C6F3814E-455F-456B-B1AF-7B993965A2C0}"/>
              </a:ext>
              <a:ext uri="{C183D7F6-B498-43B3-948B-1728B52AA6E4}">
                <adec:decorative xmlns:adec="http://schemas.microsoft.com/office/drawing/2017/decorative" val="1"/>
              </a:ext>
            </a:extLst>
          </p:cNvPr>
          <p:cNvSpPr>
            <a:spLocks noChangeAspect="1"/>
          </p:cNvSpPr>
          <p:nvPr/>
        </p:nvSpPr>
        <p:spPr>
          <a:xfrm>
            <a:off x="4295775" y="0"/>
            <a:ext cx="360000" cy="274638"/>
          </a:xfrm>
          <a:custGeom>
            <a:avLst/>
            <a:gdLst>
              <a:gd name="connsiteX0" fmla="*/ 30714 w 360000"/>
              <a:gd name="connsiteY0" fmla="*/ 0 h 274638"/>
              <a:gd name="connsiteX1" fmla="*/ 329286 w 360000"/>
              <a:gd name="connsiteY1" fmla="*/ 0 h 274638"/>
              <a:gd name="connsiteX2" fmla="*/ 345855 w 360000"/>
              <a:gd name="connsiteY2" fmla="*/ 24574 h 274638"/>
              <a:gd name="connsiteX3" fmla="*/ 360000 w 360000"/>
              <a:gd name="connsiteY3" fmla="*/ 94638 h 274638"/>
              <a:gd name="connsiteX4" fmla="*/ 180000 w 360000"/>
              <a:gd name="connsiteY4" fmla="*/ 274638 h 274638"/>
              <a:gd name="connsiteX5" fmla="*/ 0 w 360000"/>
              <a:gd name="connsiteY5" fmla="*/ 94638 h 274638"/>
              <a:gd name="connsiteX6" fmla="*/ 14145 w 360000"/>
              <a:gd name="connsiteY6" fmla="*/ 24574 h 27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0" h="274638">
                <a:moveTo>
                  <a:pt x="30714" y="0"/>
                </a:moveTo>
                <a:lnTo>
                  <a:pt x="329286" y="0"/>
                </a:lnTo>
                <a:lnTo>
                  <a:pt x="345855" y="24574"/>
                </a:lnTo>
                <a:cubicBezTo>
                  <a:pt x="354963" y="46109"/>
                  <a:pt x="360000" y="69785"/>
                  <a:pt x="360000" y="94638"/>
                </a:cubicBezTo>
                <a:cubicBezTo>
                  <a:pt x="360000" y="194049"/>
                  <a:pt x="279411" y="274638"/>
                  <a:pt x="180000" y="274638"/>
                </a:cubicBezTo>
                <a:cubicBezTo>
                  <a:pt x="80589" y="274638"/>
                  <a:pt x="0" y="194049"/>
                  <a:pt x="0" y="94638"/>
                </a:cubicBezTo>
                <a:cubicBezTo>
                  <a:pt x="0" y="69785"/>
                  <a:pt x="5037" y="46109"/>
                  <a:pt x="14145" y="24574"/>
                </a:cubicBezTo>
                <a:close/>
              </a:path>
            </a:pathLst>
          </a:cu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3891345585"/>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2000"/>
                                        <p:tgtEl>
                                          <p:spTgt spid="9">
                                            <p:txEl>
                                              <p:pRg st="0" end="0"/>
                                            </p:txEl>
                                          </p:spTgt>
                                        </p:tgtEl>
                                      </p:cBhvr>
                                    </p:animEffect>
                                    <p:anim calcmode="lin" valueType="num">
                                      <p:cBhvr>
                                        <p:cTn id="8" dur="2000" fill="hold"/>
                                        <p:tgtEl>
                                          <p:spTgt spid="9">
                                            <p:txEl>
                                              <p:pRg st="0" end="0"/>
                                            </p:txEl>
                                          </p:spTgt>
                                        </p:tgtEl>
                                        <p:attrNameLst>
                                          <p:attrName>ppt_w</p:attrName>
                                        </p:attrNameLst>
                                      </p:cBhvr>
                                      <p:tavLst>
                                        <p:tav tm="0" fmla="#ppt_w*sin(2.5*pi*$)">
                                          <p:val>
                                            <p:fltVal val="0"/>
                                          </p:val>
                                        </p:tav>
                                        <p:tav tm="100000">
                                          <p:val>
                                            <p:fltVal val="1"/>
                                          </p:val>
                                        </p:tav>
                                      </p:tavLst>
                                    </p:anim>
                                    <p:anim calcmode="lin" valueType="num">
                                      <p:cBhvr>
                                        <p:cTn id="9" dur="2000" fill="hold"/>
                                        <p:tgtEl>
                                          <p:spTgt spid="9">
                                            <p:txEl>
                                              <p:pRg st="0" end="0"/>
                                            </p:txEl>
                                          </p:spTgt>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35" presetClass="entr" presetSubtype="0" fill="hold"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Effect transition="in" filter="fade">
                                      <p:cBhvr>
                                        <p:cTn id="14" dur="2000"/>
                                        <p:tgtEl>
                                          <p:spTgt spid="10">
                                            <p:txEl>
                                              <p:pRg st="0" end="0"/>
                                            </p:txEl>
                                          </p:spTgt>
                                        </p:tgtEl>
                                      </p:cBhvr>
                                    </p:animEffect>
                                    <p:anim calcmode="lin" valueType="num">
                                      <p:cBhvr>
                                        <p:cTn id="15" dur="2000" fill="hold"/>
                                        <p:tgtEl>
                                          <p:spTgt spid="10">
                                            <p:txEl>
                                              <p:pRg st="0" end="0"/>
                                            </p:txEl>
                                          </p:spTgt>
                                        </p:tgtEl>
                                        <p:attrNameLst>
                                          <p:attrName>style.rotation</p:attrName>
                                        </p:attrNameLst>
                                      </p:cBhvr>
                                      <p:tavLst>
                                        <p:tav tm="0">
                                          <p:val>
                                            <p:fltVal val="720"/>
                                          </p:val>
                                        </p:tav>
                                        <p:tav tm="100000">
                                          <p:val>
                                            <p:fltVal val="0"/>
                                          </p:val>
                                        </p:tav>
                                      </p:tavLst>
                                    </p:anim>
                                    <p:anim calcmode="lin" valueType="num">
                                      <p:cBhvr>
                                        <p:cTn id="16" dur="2000" fill="hold"/>
                                        <p:tgtEl>
                                          <p:spTgt spid="10">
                                            <p:txEl>
                                              <p:pRg st="0" end="0"/>
                                            </p:txEl>
                                          </p:spTgt>
                                        </p:tgtEl>
                                        <p:attrNameLst>
                                          <p:attrName>ppt_h</p:attrName>
                                        </p:attrNameLst>
                                      </p:cBhvr>
                                      <p:tavLst>
                                        <p:tav tm="0">
                                          <p:val>
                                            <p:fltVal val="0"/>
                                          </p:val>
                                        </p:tav>
                                        <p:tav tm="100000">
                                          <p:val>
                                            <p:strVal val="#ppt_h"/>
                                          </p:val>
                                        </p:tav>
                                      </p:tavLst>
                                    </p:anim>
                                    <p:anim calcmode="lin" valueType="num">
                                      <p:cBhvr>
                                        <p:cTn id="17" dur="2000" fill="hold"/>
                                        <p:tgtEl>
                                          <p:spTgt spid="10">
                                            <p:txEl>
                                              <p:pRg st="0" end="0"/>
                                            </p:txEl>
                                          </p:spTgt>
                                        </p:tgtEl>
                                        <p:attrNameLst>
                                          <p:attrName>ppt_w</p:attrName>
                                        </p:attrNameLst>
                                      </p:cBhvr>
                                      <p:tavLst>
                                        <p:tav tm="0">
                                          <p:val>
                                            <p:fltVal val="0"/>
                                          </p:val>
                                        </p:tav>
                                        <p:tav tm="100000">
                                          <p:val>
                                            <p:strVal val="#ppt_w"/>
                                          </p:val>
                                        </p:tav>
                                      </p:tavLst>
                                    </p:anim>
                                  </p:childTnLst>
                                </p:cTn>
                              </p:par>
                            </p:childTnLst>
                          </p:cTn>
                        </p:par>
                      </p:childTnLst>
                    </p:cTn>
                  </p:par>
                  <p:par>
                    <p:cTn id="18" fill="hold">
                      <p:stCondLst>
                        <p:cond delay="indefinite"/>
                      </p:stCondLst>
                      <p:childTnLst>
                        <p:par>
                          <p:cTn id="19" fill="hold">
                            <p:stCondLst>
                              <p:cond delay="0"/>
                            </p:stCondLst>
                            <p:childTnLst>
                              <p:par>
                                <p:cTn id="20" presetID="15" presetClass="entr" presetSubtype="0" fill="hold" nodeType="clickEffect">
                                  <p:stCondLst>
                                    <p:cond delay="0"/>
                                  </p:stCondLst>
                                  <p:childTnLst>
                                    <p:set>
                                      <p:cBhvr>
                                        <p:cTn id="21" dur="1" fill="hold">
                                          <p:stCondLst>
                                            <p:cond delay="0"/>
                                          </p:stCondLst>
                                        </p:cTn>
                                        <p:tgtEl>
                                          <p:spTgt spid="10">
                                            <p:txEl>
                                              <p:pRg st="1" end="1"/>
                                            </p:txEl>
                                          </p:spTgt>
                                        </p:tgtEl>
                                        <p:attrNameLst>
                                          <p:attrName>style.visibility</p:attrName>
                                        </p:attrNameLst>
                                      </p:cBhvr>
                                      <p:to>
                                        <p:strVal val="visible"/>
                                      </p:to>
                                    </p:set>
                                    <p:anim calcmode="lin" valueType="num">
                                      <p:cBhvr>
                                        <p:cTn id="22" dur="1000" fill="hold"/>
                                        <p:tgtEl>
                                          <p:spTgt spid="10">
                                            <p:txEl>
                                              <p:pRg st="1" end="1"/>
                                            </p:txEl>
                                          </p:spTgt>
                                        </p:tgtEl>
                                        <p:attrNameLst>
                                          <p:attrName>ppt_w</p:attrName>
                                        </p:attrNameLst>
                                      </p:cBhvr>
                                      <p:tavLst>
                                        <p:tav tm="0">
                                          <p:val>
                                            <p:fltVal val="0"/>
                                          </p:val>
                                        </p:tav>
                                        <p:tav tm="100000">
                                          <p:val>
                                            <p:strVal val="#ppt_w"/>
                                          </p:val>
                                        </p:tav>
                                      </p:tavLst>
                                    </p:anim>
                                    <p:anim calcmode="lin" valueType="num">
                                      <p:cBhvr>
                                        <p:cTn id="23" dur="1000" fill="hold"/>
                                        <p:tgtEl>
                                          <p:spTgt spid="10">
                                            <p:txEl>
                                              <p:pRg st="1" end="1"/>
                                            </p:txEl>
                                          </p:spTgt>
                                        </p:tgtEl>
                                        <p:attrNameLst>
                                          <p:attrName>ppt_h</p:attrName>
                                        </p:attrNameLst>
                                      </p:cBhvr>
                                      <p:tavLst>
                                        <p:tav tm="0">
                                          <p:val>
                                            <p:fltVal val="0"/>
                                          </p:val>
                                        </p:tav>
                                        <p:tav tm="100000">
                                          <p:val>
                                            <p:strVal val="#ppt_h"/>
                                          </p:val>
                                        </p:tav>
                                      </p:tavLst>
                                    </p:anim>
                                    <p:anim calcmode="lin" valueType="num">
                                      <p:cBhvr>
                                        <p:cTn id="24" dur="1000" fill="hold"/>
                                        <p:tgtEl>
                                          <p:spTgt spid="10">
                                            <p:txEl>
                                              <p:pRg st="1" end="1"/>
                                            </p:txEl>
                                          </p:spTgt>
                                        </p:tgtEl>
                                        <p:attrNameLst>
                                          <p:attrName>ppt_x</p:attrName>
                                        </p:attrNameLst>
                                      </p:cBhvr>
                                      <p:tavLst>
                                        <p:tav tm="0" fmla="#ppt_x+(cos(-2*pi*(1-$))*-#ppt_x-sin(-2*pi*(1-$))*(1-#ppt_y))*(1-$)">
                                          <p:val>
                                            <p:fltVal val="0"/>
                                          </p:val>
                                        </p:tav>
                                        <p:tav tm="100000">
                                          <p:val>
                                            <p:fltVal val="1"/>
                                          </p:val>
                                        </p:tav>
                                      </p:tavLst>
                                    </p:anim>
                                    <p:anim calcmode="lin" valueType="num">
                                      <p:cBhvr>
                                        <p:cTn id="25" dur="1000" fill="hold"/>
                                        <p:tgtEl>
                                          <p:spTgt spid="10">
                                            <p:txEl>
                                              <p:pRg st="1" end="1"/>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6" fill="hold">
                      <p:stCondLst>
                        <p:cond delay="indefinite"/>
                      </p:stCondLst>
                      <p:childTnLst>
                        <p:par>
                          <p:cTn id="27" fill="hold">
                            <p:stCondLst>
                              <p:cond delay="0"/>
                            </p:stCondLst>
                            <p:childTnLst>
                              <p:par>
                                <p:cTn id="28" presetID="15" presetClass="entr" presetSubtype="0" fill="hold" nodeType="clickEffect">
                                  <p:stCondLst>
                                    <p:cond delay="0"/>
                                  </p:stCondLst>
                                  <p:childTnLst>
                                    <p:set>
                                      <p:cBhvr>
                                        <p:cTn id="29" dur="1" fill="hold">
                                          <p:stCondLst>
                                            <p:cond delay="0"/>
                                          </p:stCondLst>
                                        </p:cTn>
                                        <p:tgtEl>
                                          <p:spTgt spid="10">
                                            <p:txEl>
                                              <p:pRg st="2" end="2"/>
                                            </p:txEl>
                                          </p:spTgt>
                                        </p:tgtEl>
                                        <p:attrNameLst>
                                          <p:attrName>style.visibility</p:attrName>
                                        </p:attrNameLst>
                                      </p:cBhvr>
                                      <p:to>
                                        <p:strVal val="visible"/>
                                      </p:to>
                                    </p:set>
                                    <p:anim calcmode="lin" valueType="num">
                                      <p:cBhvr>
                                        <p:cTn id="30" dur="10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31" dur="1000" fill="hold"/>
                                        <p:tgtEl>
                                          <p:spTgt spid="10">
                                            <p:txEl>
                                              <p:pRg st="2" end="2"/>
                                            </p:txEl>
                                          </p:spTgt>
                                        </p:tgtEl>
                                        <p:attrNameLst>
                                          <p:attrName>ppt_h</p:attrName>
                                        </p:attrNameLst>
                                      </p:cBhvr>
                                      <p:tavLst>
                                        <p:tav tm="0">
                                          <p:val>
                                            <p:fltVal val="0"/>
                                          </p:val>
                                        </p:tav>
                                        <p:tav tm="100000">
                                          <p:val>
                                            <p:strVal val="#ppt_h"/>
                                          </p:val>
                                        </p:tav>
                                      </p:tavLst>
                                    </p:anim>
                                    <p:anim calcmode="lin" valueType="num">
                                      <p:cBhvr>
                                        <p:cTn id="32" dur="1000" fill="hold"/>
                                        <p:tgtEl>
                                          <p:spTgt spid="10">
                                            <p:txEl>
                                              <p:pRg st="2" end="2"/>
                                            </p:txEl>
                                          </p:spTgt>
                                        </p:tgtEl>
                                        <p:attrNameLst>
                                          <p:attrName>ppt_x</p:attrName>
                                        </p:attrNameLst>
                                      </p:cBhvr>
                                      <p:tavLst>
                                        <p:tav tm="0" fmla="#ppt_x+(cos(-2*pi*(1-$))*-#ppt_x-sin(-2*pi*(1-$))*(1-#ppt_y))*(1-$)">
                                          <p:val>
                                            <p:fltVal val="0"/>
                                          </p:val>
                                        </p:tav>
                                        <p:tav tm="100000">
                                          <p:val>
                                            <p:fltVal val="1"/>
                                          </p:val>
                                        </p:tav>
                                      </p:tavLst>
                                    </p:anim>
                                    <p:anim calcmode="lin" valueType="num">
                                      <p:cBhvr>
                                        <p:cTn id="33" dur="1000" fill="hold"/>
                                        <p:tgtEl>
                                          <p:spTgt spid="10">
                                            <p:txEl>
                                              <p:pRg st="2" end="2"/>
                                            </p:txEl>
                                          </p:spTgt>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34" fill="hold">
                      <p:stCondLst>
                        <p:cond delay="indefinite"/>
                      </p:stCondLst>
                      <p:childTnLst>
                        <p:par>
                          <p:cTn id="35" fill="hold">
                            <p:stCondLst>
                              <p:cond delay="0"/>
                            </p:stCondLst>
                            <p:childTnLst>
                              <p:par>
                                <p:cTn id="36" presetID="30" presetClass="entr" presetSubtype="0" fill="hold" nodeType="clickEffect">
                                  <p:stCondLst>
                                    <p:cond delay="0"/>
                                  </p:stCondLst>
                                  <p:childTnLst>
                                    <p:set>
                                      <p:cBhvr>
                                        <p:cTn id="37" dur="1" fill="hold">
                                          <p:stCondLst>
                                            <p:cond delay="0"/>
                                          </p:stCondLst>
                                        </p:cTn>
                                        <p:tgtEl>
                                          <p:spTgt spid="12">
                                            <p:txEl>
                                              <p:pRg st="0" end="0"/>
                                            </p:txEl>
                                          </p:spTgt>
                                        </p:tgtEl>
                                        <p:attrNameLst>
                                          <p:attrName>style.visibility</p:attrName>
                                        </p:attrNameLst>
                                      </p:cBhvr>
                                      <p:to>
                                        <p:strVal val="visible"/>
                                      </p:to>
                                    </p:set>
                                    <p:animEffect transition="in" filter="fade">
                                      <p:cBhvr>
                                        <p:cTn id="38" dur="800" decel="100000"/>
                                        <p:tgtEl>
                                          <p:spTgt spid="12">
                                            <p:txEl>
                                              <p:pRg st="0" end="0"/>
                                            </p:txEl>
                                          </p:spTgt>
                                        </p:tgtEl>
                                      </p:cBhvr>
                                    </p:animEffect>
                                    <p:anim calcmode="lin" valueType="num">
                                      <p:cBhvr>
                                        <p:cTn id="39" dur="800" decel="100000" fill="hold"/>
                                        <p:tgtEl>
                                          <p:spTgt spid="12">
                                            <p:txEl>
                                              <p:pRg st="0" end="0"/>
                                            </p:txEl>
                                          </p:spTgt>
                                        </p:tgtEl>
                                        <p:attrNameLst>
                                          <p:attrName>style.rotation</p:attrName>
                                        </p:attrNameLst>
                                      </p:cBhvr>
                                      <p:tavLst>
                                        <p:tav tm="0">
                                          <p:val>
                                            <p:fltVal val="-90"/>
                                          </p:val>
                                        </p:tav>
                                        <p:tav tm="100000">
                                          <p:val>
                                            <p:fltVal val="0"/>
                                          </p:val>
                                        </p:tav>
                                      </p:tavLst>
                                    </p:anim>
                                    <p:anim calcmode="lin" valueType="num">
                                      <p:cBhvr>
                                        <p:cTn id="40" dur="800" decel="100000" fill="hold"/>
                                        <p:tgtEl>
                                          <p:spTgt spid="12">
                                            <p:txEl>
                                              <p:pRg st="0" end="0"/>
                                            </p:txEl>
                                          </p:spTgt>
                                        </p:tgtEl>
                                        <p:attrNameLst>
                                          <p:attrName>ppt_x</p:attrName>
                                        </p:attrNameLst>
                                      </p:cBhvr>
                                      <p:tavLst>
                                        <p:tav tm="0">
                                          <p:val>
                                            <p:strVal val="#ppt_x+0.4"/>
                                          </p:val>
                                        </p:tav>
                                        <p:tav tm="100000">
                                          <p:val>
                                            <p:strVal val="#ppt_x-0.05"/>
                                          </p:val>
                                        </p:tav>
                                      </p:tavLst>
                                    </p:anim>
                                    <p:anim calcmode="lin" valueType="num">
                                      <p:cBhvr>
                                        <p:cTn id="41" dur="800" decel="100000" fill="hold"/>
                                        <p:tgtEl>
                                          <p:spTgt spid="12">
                                            <p:txEl>
                                              <p:pRg st="0" end="0"/>
                                            </p:txEl>
                                          </p:spTgt>
                                        </p:tgtEl>
                                        <p:attrNameLst>
                                          <p:attrName>ppt_y</p:attrName>
                                        </p:attrNameLst>
                                      </p:cBhvr>
                                      <p:tavLst>
                                        <p:tav tm="0">
                                          <p:val>
                                            <p:strVal val="#ppt_y-0.4"/>
                                          </p:val>
                                        </p:tav>
                                        <p:tav tm="100000">
                                          <p:val>
                                            <p:strVal val="#ppt_y+0.1"/>
                                          </p:val>
                                        </p:tav>
                                      </p:tavLst>
                                    </p:anim>
                                    <p:anim calcmode="lin" valueType="num">
                                      <p:cBhvr>
                                        <p:cTn id="42" dur="200" accel="100000" fill="hold">
                                          <p:stCondLst>
                                            <p:cond delay="800"/>
                                          </p:stCondLst>
                                        </p:cTn>
                                        <p:tgtEl>
                                          <p:spTgt spid="12">
                                            <p:txEl>
                                              <p:pRg st="0" end="0"/>
                                            </p:txEl>
                                          </p:spTgt>
                                        </p:tgtEl>
                                        <p:attrNameLst>
                                          <p:attrName>ppt_x</p:attrName>
                                        </p:attrNameLst>
                                      </p:cBhvr>
                                      <p:tavLst>
                                        <p:tav tm="0">
                                          <p:val>
                                            <p:strVal val="#ppt_x-0.05"/>
                                          </p:val>
                                        </p:tav>
                                        <p:tav tm="100000">
                                          <p:val>
                                            <p:strVal val="#ppt_x"/>
                                          </p:val>
                                        </p:tav>
                                      </p:tavLst>
                                    </p:anim>
                                    <p:anim calcmode="lin" valueType="num">
                                      <p:cBhvr>
                                        <p:cTn id="43" dur="200" accel="100000" fill="hold">
                                          <p:stCondLst>
                                            <p:cond delay="800"/>
                                          </p:stCondLst>
                                        </p:cTn>
                                        <p:tgtEl>
                                          <p:spTgt spid="12">
                                            <p:txEl>
                                              <p:pRg st="0" end="0"/>
                                            </p:txEl>
                                          </p:spTgt>
                                        </p:tgtEl>
                                        <p:attrNameLst>
                                          <p:attrName>ppt_y</p:attrName>
                                        </p:attrNameLst>
                                      </p:cBhvr>
                                      <p:tavLst>
                                        <p:tav tm="0">
                                          <p:val>
                                            <p:strVal val="#ppt_y+0.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0" presetClass="entr" presetSubtype="0" fill="hold" nodeType="clickEffect">
                                  <p:stCondLst>
                                    <p:cond delay="0"/>
                                  </p:stCondLst>
                                  <p:childTnLst>
                                    <p:set>
                                      <p:cBhvr>
                                        <p:cTn id="47" dur="1" fill="hold">
                                          <p:stCondLst>
                                            <p:cond delay="0"/>
                                          </p:stCondLst>
                                        </p:cTn>
                                        <p:tgtEl>
                                          <p:spTgt spid="12">
                                            <p:txEl>
                                              <p:pRg st="1" end="1"/>
                                            </p:txEl>
                                          </p:spTgt>
                                        </p:tgtEl>
                                        <p:attrNameLst>
                                          <p:attrName>style.visibility</p:attrName>
                                        </p:attrNameLst>
                                      </p:cBhvr>
                                      <p:to>
                                        <p:strVal val="visible"/>
                                      </p:to>
                                    </p:set>
                                    <p:animEffect transition="in" filter="fade">
                                      <p:cBhvr>
                                        <p:cTn id="48" dur="800" decel="100000"/>
                                        <p:tgtEl>
                                          <p:spTgt spid="12">
                                            <p:txEl>
                                              <p:pRg st="1" end="1"/>
                                            </p:txEl>
                                          </p:spTgt>
                                        </p:tgtEl>
                                      </p:cBhvr>
                                    </p:animEffect>
                                    <p:anim calcmode="lin" valueType="num">
                                      <p:cBhvr>
                                        <p:cTn id="49" dur="800" decel="100000" fill="hold"/>
                                        <p:tgtEl>
                                          <p:spTgt spid="12">
                                            <p:txEl>
                                              <p:pRg st="1" end="1"/>
                                            </p:txEl>
                                          </p:spTgt>
                                        </p:tgtEl>
                                        <p:attrNameLst>
                                          <p:attrName>style.rotation</p:attrName>
                                        </p:attrNameLst>
                                      </p:cBhvr>
                                      <p:tavLst>
                                        <p:tav tm="0">
                                          <p:val>
                                            <p:fltVal val="-90"/>
                                          </p:val>
                                        </p:tav>
                                        <p:tav tm="100000">
                                          <p:val>
                                            <p:fltVal val="0"/>
                                          </p:val>
                                        </p:tav>
                                      </p:tavLst>
                                    </p:anim>
                                    <p:anim calcmode="lin" valueType="num">
                                      <p:cBhvr>
                                        <p:cTn id="50" dur="800" decel="100000" fill="hold"/>
                                        <p:tgtEl>
                                          <p:spTgt spid="12">
                                            <p:txEl>
                                              <p:pRg st="1" end="1"/>
                                            </p:txEl>
                                          </p:spTgt>
                                        </p:tgtEl>
                                        <p:attrNameLst>
                                          <p:attrName>ppt_x</p:attrName>
                                        </p:attrNameLst>
                                      </p:cBhvr>
                                      <p:tavLst>
                                        <p:tav tm="0">
                                          <p:val>
                                            <p:strVal val="#ppt_x+0.4"/>
                                          </p:val>
                                        </p:tav>
                                        <p:tav tm="100000">
                                          <p:val>
                                            <p:strVal val="#ppt_x-0.05"/>
                                          </p:val>
                                        </p:tav>
                                      </p:tavLst>
                                    </p:anim>
                                    <p:anim calcmode="lin" valueType="num">
                                      <p:cBhvr>
                                        <p:cTn id="51" dur="800" decel="100000" fill="hold"/>
                                        <p:tgtEl>
                                          <p:spTgt spid="12">
                                            <p:txEl>
                                              <p:pRg st="1" end="1"/>
                                            </p:txEl>
                                          </p:spTgt>
                                        </p:tgtEl>
                                        <p:attrNameLst>
                                          <p:attrName>ppt_y</p:attrName>
                                        </p:attrNameLst>
                                      </p:cBhvr>
                                      <p:tavLst>
                                        <p:tav tm="0">
                                          <p:val>
                                            <p:strVal val="#ppt_y-0.4"/>
                                          </p:val>
                                        </p:tav>
                                        <p:tav tm="100000">
                                          <p:val>
                                            <p:strVal val="#ppt_y+0.1"/>
                                          </p:val>
                                        </p:tav>
                                      </p:tavLst>
                                    </p:anim>
                                    <p:anim calcmode="lin" valueType="num">
                                      <p:cBhvr>
                                        <p:cTn id="52" dur="200" accel="100000" fill="hold">
                                          <p:stCondLst>
                                            <p:cond delay="800"/>
                                          </p:stCondLst>
                                        </p:cTn>
                                        <p:tgtEl>
                                          <p:spTgt spid="12">
                                            <p:txEl>
                                              <p:pRg st="1" end="1"/>
                                            </p:txEl>
                                          </p:spTgt>
                                        </p:tgtEl>
                                        <p:attrNameLst>
                                          <p:attrName>ppt_x</p:attrName>
                                        </p:attrNameLst>
                                      </p:cBhvr>
                                      <p:tavLst>
                                        <p:tav tm="0">
                                          <p:val>
                                            <p:strVal val="#ppt_x-0.05"/>
                                          </p:val>
                                        </p:tav>
                                        <p:tav tm="100000">
                                          <p:val>
                                            <p:strVal val="#ppt_x"/>
                                          </p:val>
                                        </p:tav>
                                      </p:tavLst>
                                    </p:anim>
                                    <p:anim calcmode="lin" valueType="num">
                                      <p:cBhvr>
                                        <p:cTn id="53" dur="200" accel="100000" fill="hold">
                                          <p:stCondLst>
                                            <p:cond delay="800"/>
                                          </p:stCondLst>
                                        </p:cTn>
                                        <p:tgtEl>
                                          <p:spTgt spid="12">
                                            <p:txEl>
                                              <p:pRg st="1" end="1"/>
                                            </p:txEl>
                                          </p:spTgt>
                                        </p:tgtEl>
                                        <p:attrNameLst>
                                          <p:attrName>ppt_y</p:attrName>
                                        </p:attrNameLst>
                                      </p:cBhvr>
                                      <p:tavLst>
                                        <p:tav tm="0">
                                          <p:val>
                                            <p:strVal val="#ppt_y+0.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5" presetClass="entr" presetSubtype="0" fill="hold" nodeType="clickEffect">
                                  <p:stCondLst>
                                    <p:cond delay="0"/>
                                  </p:stCondLst>
                                  <p:childTnLst>
                                    <p:set>
                                      <p:cBhvr>
                                        <p:cTn id="57" dur="1" fill="hold">
                                          <p:stCondLst>
                                            <p:cond delay="0"/>
                                          </p:stCondLst>
                                        </p:cTn>
                                        <p:tgtEl>
                                          <p:spTgt spid="12">
                                            <p:txEl>
                                              <p:pRg st="2" end="2"/>
                                            </p:txEl>
                                          </p:spTgt>
                                        </p:tgtEl>
                                        <p:attrNameLst>
                                          <p:attrName>style.visibility</p:attrName>
                                        </p:attrNameLst>
                                      </p:cBhvr>
                                      <p:to>
                                        <p:strVal val="visible"/>
                                      </p:to>
                                    </p:set>
                                    <p:anim calcmode="lin" valueType="num">
                                      <p:cBhvr>
                                        <p:cTn id="58" dur="500" decel="50000" fill="hold">
                                          <p:stCondLst>
                                            <p:cond delay="0"/>
                                          </p:stCondLst>
                                        </p:cTn>
                                        <p:tgtEl>
                                          <p:spTgt spid="12">
                                            <p:txEl>
                                              <p:pRg st="2" end="2"/>
                                            </p:txEl>
                                          </p:spTgt>
                                        </p:tgtEl>
                                        <p:attrNameLst>
                                          <p:attrName>style.rotation</p:attrName>
                                        </p:attrNameLst>
                                      </p:cBhvr>
                                      <p:tavLst>
                                        <p:tav tm="0">
                                          <p:val>
                                            <p:fltVal val="-90"/>
                                          </p:val>
                                        </p:tav>
                                        <p:tav tm="100000">
                                          <p:val>
                                            <p:fltVal val="0"/>
                                          </p:val>
                                        </p:tav>
                                      </p:tavLst>
                                    </p:anim>
                                    <p:anim calcmode="lin" valueType="num">
                                      <p:cBhvr>
                                        <p:cTn id="59" dur="500" decel="50000" fill="hold">
                                          <p:stCondLst>
                                            <p:cond delay="0"/>
                                          </p:stCondLst>
                                        </p:cTn>
                                        <p:tgtEl>
                                          <p:spTgt spid="12">
                                            <p:txEl>
                                              <p:pRg st="2" end="2"/>
                                            </p:txEl>
                                          </p:spTgt>
                                        </p:tgtEl>
                                        <p:attrNameLst>
                                          <p:attrName>ppt_w</p:attrName>
                                        </p:attrNameLst>
                                      </p:cBhvr>
                                      <p:tavLst>
                                        <p:tav tm="0">
                                          <p:val>
                                            <p:strVal val="#ppt_w"/>
                                          </p:val>
                                        </p:tav>
                                        <p:tav tm="100000">
                                          <p:val>
                                            <p:strVal val="#ppt_w*.05"/>
                                          </p:val>
                                        </p:tav>
                                      </p:tavLst>
                                    </p:anim>
                                    <p:anim calcmode="lin" valueType="num">
                                      <p:cBhvr>
                                        <p:cTn id="60" dur="500" accel="50000" fill="hold">
                                          <p:stCondLst>
                                            <p:cond delay="500"/>
                                          </p:stCondLst>
                                        </p:cTn>
                                        <p:tgtEl>
                                          <p:spTgt spid="12">
                                            <p:txEl>
                                              <p:pRg st="2" end="2"/>
                                            </p:txEl>
                                          </p:spTgt>
                                        </p:tgtEl>
                                        <p:attrNameLst>
                                          <p:attrName>ppt_w</p:attrName>
                                        </p:attrNameLst>
                                      </p:cBhvr>
                                      <p:tavLst>
                                        <p:tav tm="0">
                                          <p:val>
                                            <p:strVal val="#ppt_w*.05"/>
                                          </p:val>
                                        </p:tav>
                                        <p:tav tm="100000">
                                          <p:val>
                                            <p:strVal val="#ppt_w"/>
                                          </p:val>
                                        </p:tav>
                                      </p:tavLst>
                                    </p:anim>
                                    <p:anim calcmode="lin" valueType="num">
                                      <p:cBhvr>
                                        <p:cTn id="61" dur="1000" fill="hold"/>
                                        <p:tgtEl>
                                          <p:spTgt spid="12">
                                            <p:txEl>
                                              <p:pRg st="2" end="2"/>
                                            </p:txEl>
                                          </p:spTgt>
                                        </p:tgtEl>
                                        <p:attrNameLst>
                                          <p:attrName>ppt_h</p:attrName>
                                        </p:attrNameLst>
                                      </p:cBhvr>
                                      <p:tavLst>
                                        <p:tav tm="0">
                                          <p:val>
                                            <p:strVal val="#ppt_h"/>
                                          </p:val>
                                        </p:tav>
                                        <p:tav tm="100000">
                                          <p:val>
                                            <p:strVal val="#ppt_h"/>
                                          </p:val>
                                        </p:tav>
                                      </p:tavLst>
                                    </p:anim>
                                    <p:anim calcmode="lin" valueType="num">
                                      <p:cBhvr>
                                        <p:cTn id="62" dur="500" decel="50000" fill="hold">
                                          <p:stCondLst>
                                            <p:cond delay="0"/>
                                          </p:stCondLst>
                                        </p:cTn>
                                        <p:tgtEl>
                                          <p:spTgt spid="12">
                                            <p:txEl>
                                              <p:pRg st="2" end="2"/>
                                            </p:txEl>
                                          </p:spTgt>
                                        </p:tgtEl>
                                        <p:attrNameLst>
                                          <p:attrName>ppt_x</p:attrName>
                                        </p:attrNameLst>
                                      </p:cBhvr>
                                      <p:tavLst>
                                        <p:tav tm="0">
                                          <p:val>
                                            <p:strVal val="#ppt_x+.4"/>
                                          </p:val>
                                        </p:tav>
                                        <p:tav tm="100000">
                                          <p:val>
                                            <p:strVal val="#ppt_x"/>
                                          </p:val>
                                        </p:tav>
                                      </p:tavLst>
                                    </p:anim>
                                    <p:anim calcmode="lin" valueType="num">
                                      <p:cBhvr>
                                        <p:cTn id="63" dur="500" decel="50000" fill="hold">
                                          <p:stCondLst>
                                            <p:cond delay="0"/>
                                          </p:stCondLst>
                                        </p:cTn>
                                        <p:tgtEl>
                                          <p:spTgt spid="12">
                                            <p:txEl>
                                              <p:pRg st="2" end="2"/>
                                            </p:txEl>
                                          </p:spTgt>
                                        </p:tgtEl>
                                        <p:attrNameLst>
                                          <p:attrName>ppt_y</p:attrName>
                                        </p:attrNameLst>
                                      </p:cBhvr>
                                      <p:tavLst>
                                        <p:tav tm="0">
                                          <p:val>
                                            <p:strVal val="#ppt_y-.2"/>
                                          </p:val>
                                        </p:tav>
                                        <p:tav tm="100000">
                                          <p:val>
                                            <p:strVal val="#ppt_y+.1"/>
                                          </p:val>
                                        </p:tav>
                                      </p:tavLst>
                                    </p:anim>
                                    <p:anim calcmode="lin" valueType="num">
                                      <p:cBhvr>
                                        <p:cTn id="64" dur="500" accel="50000" fill="hold">
                                          <p:stCondLst>
                                            <p:cond delay="500"/>
                                          </p:stCondLst>
                                        </p:cTn>
                                        <p:tgtEl>
                                          <p:spTgt spid="12">
                                            <p:txEl>
                                              <p:pRg st="2" end="2"/>
                                            </p:txEl>
                                          </p:spTgt>
                                        </p:tgtEl>
                                        <p:attrNameLst>
                                          <p:attrName>ppt_y</p:attrName>
                                        </p:attrNameLst>
                                      </p:cBhvr>
                                      <p:tavLst>
                                        <p:tav tm="0">
                                          <p:val>
                                            <p:strVal val="#ppt_y+.1"/>
                                          </p:val>
                                        </p:tav>
                                        <p:tav tm="100000">
                                          <p:val>
                                            <p:strVal val="#ppt_y"/>
                                          </p:val>
                                        </p:tav>
                                      </p:tavLst>
                                    </p:anim>
                                    <p:animEffect transition="in" filter="fade">
                                      <p:cBhvr>
                                        <p:cTn id="65" dur="1000" decel="50000">
                                          <p:stCondLst>
                                            <p:cond delay="0"/>
                                          </p:stCondLst>
                                        </p:cTn>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D72D26-24EF-4CBD-9431-A558CB7CA906}"/>
              </a:ext>
            </a:extLst>
          </p:cNvPr>
          <p:cNvSpPr>
            <a:spLocks noGrp="1"/>
          </p:cNvSpPr>
          <p:nvPr>
            <p:ph type="title"/>
          </p:nvPr>
        </p:nvSpPr>
        <p:spPr>
          <a:xfrm>
            <a:off x="550862" y="653143"/>
            <a:ext cx="11091600" cy="1228132"/>
          </a:xfrm>
        </p:spPr>
        <p:txBody>
          <a:bodyPr/>
          <a:lstStyle/>
          <a:p>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10.4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Phân</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vùng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đồ</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thị</a:t>
            </a:r>
            <a:endParaRPr lang="en-US" sz="3200" b="1" dirty="0"/>
          </a:p>
        </p:txBody>
      </p:sp>
      <p:sp>
        <p:nvSpPr>
          <p:cNvPr id="2" name="Date Placeholder 1">
            <a:extLst>
              <a:ext uri="{FF2B5EF4-FFF2-40B4-BE49-F238E27FC236}">
                <a16:creationId xmlns:a16="http://schemas.microsoft.com/office/drawing/2014/main" id="{81FCAF0A-629F-4EC6-B3E6-563ED999F360}"/>
              </a:ext>
            </a:extLst>
          </p:cNvPr>
          <p:cNvSpPr>
            <a:spLocks noGrp="1"/>
          </p:cNvSpPr>
          <p:nvPr>
            <p:ph type="dt" sz="half" idx="10"/>
          </p:nvPr>
        </p:nvSpPr>
        <p:spPr>
          <a:xfrm>
            <a:off x="550863" y="6507212"/>
            <a:ext cx="2628900" cy="153888"/>
          </a:xfrm>
        </p:spPr>
        <p:txBody>
          <a:bodyPr/>
          <a:lstStyle/>
          <a:p>
            <a:r>
              <a:rPr lang="en-US"/>
              <a:t>Tuesday, February 2, 20XX</a:t>
            </a:r>
            <a:endParaRPr lang="en-US" dirty="0"/>
          </a:p>
        </p:txBody>
      </p:sp>
      <p:sp>
        <p:nvSpPr>
          <p:cNvPr id="7" name="Footer Placeholder 6">
            <a:extLst>
              <a:ext uri="{FF2B5EF4-FFF2-40B4-BE49-F238E27FC236}">
                <a16:creationId xmlns:a16="http://schemas.microsoft.com/office/drawing/2014/main" id="{920A7C57-D6C5-4BA0-AB3C-41D4E3436B0E}"/>
              </a:ext>
            </a:extLst>
          </p:cNvPr>
          <p:cNvSpPr>
            <a:spLocks noGrp="1"/>
          </p:cNvSpPr>
          <p:nvPr>
            <p:ph type="ftr" sz="quarter" idx="11"/>
          </p:nvPr>
        </p:nvSpPr>
        <p:spPr>
          <a:xfrm>
            <a:off x="3359150" y="6507212"/>
            <a:ext cx="6379210" cy="153888"/>
          </a:xfrm>
        </p:spPr>
        <p:txBody>
          <a:bodyPr/>
          <a:lstStyle/>
          <a:p>
            <a:r>
              <a:rPr lang="en-US"/>
              <a:t>Sample Footer Text</a:t>
            </a:r>
          </a:p>
        </p:txBody>
      </p:sp>
      <p:sp>
        <p:nvSpPr>
          <p:cNvPr id="6" name="Slide Number Placeholder 5">
            <a:extLst>
              <a:ext uri="{FF2B5EF4-FFF2-40B4-BE49-F238E27FC236}">
                <a16:creationId xmlns:a16="http://schemas.microsoft.com/office/drawing/2014/main" id="{5E5CAC52-3FD1-464A-805A-B8F7AF04574A}"/>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12</a:t>
            </a:fld>
            <a:endParaRPr lang="en-US"/>
          </a:p>
        </p:txBody>
      </p:sp>
      <p:sp>
        <p:nvSpPr>
          <p:cNvPr id="8" name="Content Placeholder 7">
            <a:extLst>
              <a:ext uri="{FF2B5EF4-FFF2-40B4-BE49-F238E27FC236}">
                <a16:creationId xmlns:a16="http://schemas.microsoft.com/office/drawing/2014/main" id="{B33AF4DF-CAB1-44F1-8182-E2CE67148609}"/>
              </a:ext>
            </a:extLst>
          </p:cNvPr>
          <p:cNvSpPr>
            <a:spLocks noGrp="1"/>
          </p:cNvSpPr>
          <p:nvPr>
            <p:ph idx="1"/>
          </p:nvPr>
        </p:nvSpPr>
        <p:spPr/>
        <p:txBody>
          <a:bodyPr/>
          <a:lstStyle/>
          <a:p>
            <a:pPr>
              <a:buFont typeface="Wingdings" panose="05000000000000000000" pitchFamily="2" charset="2"/>
              <a:buChar char="q"/>
            </a:pPr>
            <a:r>
              <a:rPr lang="vi-VN" b="1" dirty="0">
                <a:effectLst/>
                <a:latin typeface="Times New Roman" panose="02020603050405020304" pitchFamily="18" charset="0"/>
                <a:ea typeface="Cousine"/>
              </a:rPr>
              <a:t>Ma trận Laplacian: </a:t>
            </a:r>
            <a:endParaRPr lang="en-US" b="1" dirty="0">
              <a:effectLst/>
              <a:latin typeface="Times New Roman" panose="02020603050405020304" pitchFamily="18" charset="0"/>
              <a:ea typeface="Cousine"/>
            </a:endParaRPr>
          </a:p>
          <a:p>
            <a:pPr lvl="1">
              <a:buFont typeface="Wingdings" panose="05000000000000000000" pitchFamily="2" charset="2"/>
              <a:buChar char="§"/>
            </a:pPr>
            <a:r>
              <a:rPr lang="vi-VN" sz="1800" dirty="0">
                <a:effectLst/>
                <a:latin typeface="Times New Roman" panose="02020603050405020304" pitchFamily="18" charset="0"/>
                <a:ea typeface="Cousine"/>
              </a:rPr>
              <a:t>Ma trận Laplacian cho một đồ thị là ma trận bậc trừ ma trận  kề của nó</a:t>
            </a:r>
            <a:r>
              <a:rPr lang="en-US" sz="180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mục nhập ở hàng i và cột i của ma trận Laplacian là bậc của nút</a:t>
            </a:r>
            <a:r>
              <a:rPr lang="vi-VN" sz="1800" spc="2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thứ</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i</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của</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biểu</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đồ</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và</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mục</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nhập</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ở</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hàng</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i</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và</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cột</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j,</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với</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i</a:t>
            </a:r>
            <a:r>
              <a:rPr lang="vi-VN" sz="1800" spc="2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6</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j,</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là</a:t>
            </a:r>
            <a:r>
              <a:rPr lang="en-US" sz="180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1 nếu </a:t>
            </a:r>
            <a:r>
              <a:rPr lang="vi-VN" sz="1800" spc="-40" dirty="0">
                <a:effectLst/>
                <a:latin typeface="Times New Roman" panose="02020603050405020304" pitchFamily="18" charset="0"/>
                <a:ea typeface="Cousine"/>
              </a:rPr>
              <a:t>có </a:t>
            </a:r>
            <a:r>
              <a:rPr lang="vi-VN" sz="1800" dirty="0">
                <a:effectLst/>
                <a:latin typeface="Times New Roman" panose="02020603050405020304" pitchFamily="18" charset="0"/>
                <a:ea typeface="Cousine"/>
              </a:rPr>
              <a:t>cạnh giữa các nút i và j, và 0 nếu</a:t>
            </a:r>
            <a:r>
              <a:rPr lang="vi-VN" sz="1800" spc="10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không</a:t>
            </a:r>
            <a:r>
              <a:rPr lang="en-US" sz="1800" dirty="0">
                <a:effectLst/>
                <a:latin typeface="Times New Roman" panose="02020603050405020304" pitchFamily="18" charset="0"/>
                <a:ea typeface="Cousine"/>
              </a:rPr>
              <a:t>)</a:t>
            </a:r>
            <a:endParaRPr lang="en-US" dirty="0"/>
          </a:p>
        </p:txBody>
      </p:sp>
    </p:spTree>
    <p:extLst>
      <p:ext uri="{BB962C8B-B14F-4D97-AF65-F5344CB8AC3E}">
        <p14:creationId xmlns:p14="http://schemas.microsoft.com/office/powerpoint/2010/main" val="2624630061"/>
      </p:ext>
    </p:extLst>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2000" fill="hold"/>
                                        <p:tgtEl>
                                          <p:spTgt spid="8">
                                            <p:txEl>
                                              <p:pRg st="0" end="0"/>
                                            </p:txEl>
                                          </p:spTgt>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32" presetClass="emph" presetSubtype="0" fill="hold" nodeType="clickEffect">
                                  <p:stCondLst>
                                    <p:cond delay="0"/>
                                  </p:stCondLst>
                                  <p:childTnLst>
                                    <p:animRot by="120000">
                                      <p:cBhvr>
                                        <p:cTn id="10" dur="100" fill="hold">
                                          <p:stCondLst>
                                            <p:cond delay="0"/>
                                          </p:stCondLst>
                                        </p:cTn>
                                        <p:tgtEl>
                                          <p:spTgt spid="8">
                                            <p:txEl>
                                              <p:pRg st="1" end="1"/>
                                            </p:txEl>
                                          </p:spTgt>
                                        </p:tgtEl>
                                        <p:attrNameLst>
                                          <p:attrName>r</p:attrName>
                                        </p:attrNameLst>
                                      </p:cBhvr>
                                    </p:animRot>
                                    <p:animRot by="-240000">
                                      <p:cBhvr>
                                        <p:cTn id="11" dur="200" fill="hold">
                                          <p:stCondLst>
                                            <p:cond delay="200"/>
                                          </p:stCondLst>
                                        </p:cTn>
                                        <p:tgtEl>
                                          <p:spTgt spid="8">
                                            <p:txEl>
                                              <p:pRg st="1" end="1"/>
                                            </p:txEl>
                                          </p:spTgt>
                                        </p:tgtEl>
                                        <p:attrNameLst>
                                          <p:attrName>r</p:attrName>
                                        </p:attrNameLst>
                                      </p:cBhvr>
                                    </p:animRot>
                                    <p:animRot by="240000">
                                      <p:cBhvr>
                                        <p:cTn id="12" dur="200" fill="hold">
                                          <p:stCondLst>
                                            <p:cond delay="400"/>
                                          </p:stCondLst>
                                        </p:cTn>
                                        <p:tgtEl>
                                          <p:spTgt spid="8">
                                            <p:txEl>
                                              <p:pRg st="1" end="1"/>
                                            </p:txEl>
                                          </p:spTgt>
                                        </p:tgtEl>
                                        <p:attrNameLst>
                                          <p:attrName>r</p:attrName>
                                        </p:attrNameLst>
                                      </p:cBhvr>
                                    </p:animRot>
                                    <p:animRot by="-240000">
                                      <p:cBhvr>
                                        <p:cTn id="13" dur="200" fill="hold">
                                          <p:stCondLst>
                                            <p:cond delay="600"/>
                                          </p:stCondLst>
                                        </p:cTn>
                                        <p:tgtEl>
                                          <p:spTgt spid="8">
                                            <p:txEl>
                                              <p:pRg st="1" end="1"/>
                                            </p:txEl>
                                          </p:spTgt>
                                        </p:tgtEl>
                                        <p:attrNameLst>
                                          <p:attrName>r</p:attrName>
                                        </p:attrNameLst>
                                      </p:cBhvr>
                                    </p:animRot>
                                    <p:animRot by="120000">
                                      <p:cBhvr>
                                        <p:cTn id="14" dur="200" fill="hold">
                                          <p:stCondLst>
                                            <p:cond delay="800"/>
                                          </p:stCondLst>
                                        </p:cTn>
                                        <p:tgtEl>
                                          <p:spTgt spid="8">
                                            <p:txEl>
                                              <p:pRg st="1" end="1"/>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7788B34-4190-4916-9048-47720EA5ABF1}"/>
              </a:ext>
            </a:extLst>
          </p:cNvPr>
          <p:cNvSpPr>
            <a:spLocks noGrp="1"/>
          </p:cNvSpPr>
          <p:nvPr>
            <p:ph type="title"/>
          </p:nvPr>
        </p:nvSpPr>
        <p:spPr>
          <a:xfrm>
            <a:off x="550862" y="549275"/>
            <a:ext cx="11097551" cy="1332000"/>
          </a:xfrm>
        </p:spPr>
        <p:txBody>
          <a:bodyPr/>
          <a:lstStyle/>
          <a:p>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10.4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Phân</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vùng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đồ</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thị</a:t>
            </a:r>
            <a:endParaRPr lang="en-US" sz="3200" dirty="0"/>
          </a:p>
        </p:txBody>
      </p:sp>
      <p:sp>
        <p:nvSpPr>
          <p:cNvPr id="8" name="Text Placeholder 7">
            <a:extLst>
              <a:ext uri="{FF2B5EF4-FFF2-40B4-BE49-F238E27FC236}">
                <a16:creationId xmlns:a16="http://schemas.microsoft.com/office/drawing/2014/main" id="{ABA415A0-3B77-43FB-A408-5F1DA4B0AAFA}"/>
              </a:ext>
            </a:extLst>
          </p:cNvPr>
          <p:cNvSpPr>
            <a:spLocks noGrp="1"/>
          </p:cNvSpPr>
          <p:nvPr>
            <p:ph type="body" idx="1"/>
          </p:nvPr>
        </p:nvSpPr>
        <p:spPr>
          <a:xfrm>
            <a:off x="550864" y="1731375"/>
            <a:ext cx="6379210" cy="535354"/>
          </a:xfrm>
        </p:spPr>
        <p:txBody>
          <a:bodyPr/>
          <a:lstStyle/>
          <a:p>
            <a:pPr marL="285750" indent="-285750">
              <a:buFont typeface="Wingdings" panose="05000000000000000000" pitchFamily="2" charset="2"/>
              <a:buChar char="q"/>
            </a:pPr>
            <a:r>
              <a:rPr lang="en-US" b="1" cap="none" dirty="0">
                <a:effectLst/>
                <a:latin typeface="Times New Roman" panose="02020603050405020304" pitchFamily="18" charset="0"/>
                <a:ea typeface="Calibri" panose="020F0502020204030204" pitchFamily="34" charset="0"/>
              </a:rPr>
              <a:t>Phương </a:t>
            </a:r>
            <a:r>
              <a:rPr lang="en-US" b="1" cap="none" dirty="0" err="1">
                <a:effectLst/>
                <a:latin typeface="Times New Roman" panose="02020603050405020304" pitchFamily="18" charset="0"/>
                <a:ea typeface="Calibri" panose="020F0502020204030204" pitchFamily="34" charset="0"/>
              </a:rPr>
              <a:t>pháp</a:t>
            </a:r>
            <a:r>
              <a:rPr lang="en-US" b="1" cap="none" dirty="0">
                <a:effectLst/>
                <a:latin typeface="Times New Roman" panose="02020603050405020304" pitchFamily="18" charset="0"/>
                <a:ea typeface="Calibri" panose="020F0502020204030204" pitchFamily="34" charset="0"/>
              </a:rPr>
              <a:t> </a:t>
            </a:r>
            <a:r>
              <a:rPr lang="en-US" b="1" cap="none" dirty="0" err="1">
                <a:effectLst/>
                <a:latin typeface="Times New Roman" panose="02020603050405020304" pitchFamily="18" charset="0"/>
                <a:ea typeface="Calibri" panose="020F0502020204030204" pitchFamily="34" charset="0"/>
              </a:rPr>
              <a:t>phổ</a:t>
            </a:r>
            <a:r>
              <a:rPr lang="en-US" b="1" cap="none" dirty="0">
                <a:effectLst/>
                <a:latin typeface="Times New Roman" panose="02020603050405020304" pitchFamily="18" charset="0"/>
                <a:ea typeface="Calibri" panose="020F0502020204030204" pitchFamily="34" charset="0"/>
              </a:rPr>
              <a:t> </a:t>
            </a:r>
            <a:r>
              <a:rPr lang="en-US" b="1" cap="none" dirty="0" err="1">
                <a:effectLst/>
                <a:latin typeface="Times New Roman" panose="02020603050405020304" pitchFamily="18" charset="0"/>
                <a:ea typeface="Calibri" panose="020F0502020204030204" pitchFamily="34" charset="0"/>
              </a:rPr>
              <a:t>cho</a:t>
            </a:r>
            <a:r>
              <a:rPr lang="en-US" b="1" cap="none" dirty="0">
                <a:effectLst/>
                <a:latin typeface="Times New Roman" panose="02020603050405020304" pitchFamily="18" charset="0"/>
                <a:ea typeface="Calibri" panose="020F0502020204030204" pitchFamily="34" charset="0"/>
              </a:rPr>
              <a:t> </a:t>
            </a:r>
            <a:r>
              <a:rPr lang="en-US" b="1" cap="none" dirty="0" err="1">
                <a:effectLst/>
                <a:latin typeface="Times New Roman" panose="02020603050405020304" pitchFamily="18" charset="0"/>
                <a:ea typeface="Calibri" panose="020F0502020204030204" pitchFamily="34" charset="0"/>
              </a:rPr>
              <a:t>đồ</a:t>
            </a:r>
            <a:r>
              <a:rPr lang="en-US" b="1" cap="none" dirty="0">
                <a:effectLst/>
                <a:latin typeface="Times New Roman" panose="02020603050405020304" pitchFamily="18" charset="0"/>
                <a:ea typeface="Calibri" panose="020F0502020204030204" pitchFamily="34" charset="0"/>
              </a:rPr>
              <a:t> </a:t>
            </a:r>
            <a:r>
              <a:rPr lang="en-US" b="1" cap="none" dirty="0" err="1">
                <a:effectLst/>
                <a:latin typeface="Times New Roman" panose="02020603050405020304" pitchFamily="18" charset="0"/>
                <a:ea typeface="Calibri" panose="020F0502020204030204" pitchFamily="34" charset="0"/>
              </a:rPr>
              <a:t>thị</a:t>
            </a:r>
            <a:r>
              <a:rPr lang="en-US" b="1" cap="none" dirty="0">
                <a:effectLst/>
                <a:latin typeface="Times New Roman" panose="02020603050405020304" pitchFamily="18" charset="0"/>
                <a:ea typeface="Calibri" panose="020F0502020204030204" pitchFamily="34" charset="0"/>
              </a:rPr>
              <a:t> </a:t>
            </a:r>
            <a:r>
              <a:rPr lang="en-US" b="1" cap="none" dirty="0" err="1">
                <a:effectLst/>
                <a:latin typeface="Times New Roman" panose="02020603050405020304" pitchFamily="18" charset="0"/>
                <a:ea typeface="Calibri" panose="020F0502020204030204" pitchFamily="34" charset="0"/>
              </a:rPr>
              <a:t>phân</a:t>
            </a:r>
            <a:r>
              <a:rPr lang="en-US" b="1" cap="none" dirty="0">
                <a:effectLst/>
                <a:latin typeface="Times New Roman" panose="02020603050405020304" pitchFamily="18" charset="0"/>
                <a:ea typeface="Calibri" panose="020F0502020204030204" pitchFamily="34" charset="0"/>
              </a:rPr>
              <a:t> </a:t>
            </a:r>
            <a:r>
              <a:rPr lang="en-US" b="1" cap="none" dirty="0" err="1">
                <a:effectLst/>
                <a:latin typeface="Times New Roman" panose="02020603050405020304" pitchFamily="18" charset="0"/>
                <a:ea typeface="Calibri" panose="020F0502020204030204" pitchFamily="34" charset="0"/>
              </a:rPr>
              <a:t>vùng</a:t>
            </a:r>
            <a:endParaRPr lang="en-US" b="1" cap="none" dirty="0"/>
          </a:p>
        </p:txBody>
      </p:sp>
      <p:sp>
        <p:nvSpPr>
          <p:cNvPr id="9" name="Content Placeholder 8">
            <a:extLst>
              <a:ext uri="{FF2B5EF4-FFF2-40B4-BE49-F238E27FC236}">
                <a16:creationId xmlns:a16="http://schemas.microsoft.com/office/drawing/2014/main" id="{8598ECEC-4413-4244-8F21-0076EC511806}"/>
              </a:ext>
            </a:extLst>
          </p:cNvPr>
          <p:cNvSpPr>
            <a:spLocks noGrp="1"/>
          </p:cNvSpPr>
          <p:nvPr>
            <p:ph sz="half" idx="2"/>
          </p:nvPr>
        </p:nvSpPr>
        <p:spPr>
          <a:xfrm>
            <a:off x="559476" y="2432304"/>
            <a:ext cx="3492866" cy="3515555"/>
          </a:xfrm>
        </p:spPr>
        <p:txBody>
          <a:bodyPr>
            <a:normAutofit/>
          </a:bodyPr>
          <a:lstStyle/>
          <a:p>
            <a:pPr lvl="0" algn="just">
              <a:buFont typeface="Wingdings" panose="05000000000000000000" pitchFamily="2" charset="2"/>
              <a:buChar char="§"/>
            </a:pPr>
            <a:r>
              <a:rPr lang="vi-VN" sz="1800" dirty="0">
                <a:effectLst/>
                <a:latin typeface="Times New Roman" panose="02020603050405020304" pitchFamily="18" charset="0"/>
                <a:ea typeface="Cousine"/>
              </a:rPr>
              <a:t>Giá trị riêng thấp nhất cho bất kỳ  ma  trận Laplacian nào là 0 và giá trị riêng tương ứng của nó bao gồm tất cả các  giá trị 1</a:t>
            </a:r>
            <a:endParaRPr lang="en-US" dirty="0"/>
          </a:p>
          <a:p>
            <a:pPr algn="just"/>
            <a:endParaRPr lang="en-US" dirty="0"/>
          </a:p>
        </p:txBody>
      </p:sp>
      <p:sp>
        <p:nvSpPr>
          <p:cNvPr id="13" name="Content Placeholder 12">
            <a:extLst>
              <a:ext uri="{FF2B5EF4-FFF2-40B4-BE49-F238E27FC236}">
                <a16:creationId xmlns:a16="http://schemas.microsoft.com/office/drawing/2014/main" id="{258E9390-685C-4BAD-BFAD-EC56E81C4745}"/>
              </a:ext>
            </a:extLst>
          </p:cNvPr>
          <p:cNvSpPr>
            <a:spLocks noGrp="1"/>
          </p:cNvSpPr>
          <p:nvPr>
            <p:ph sz="quarter" idx="14"/>
          </p:nvPr>
        </p:nvSpPr>
        <p:spPr>
          <a:xfrm>
            <a:off x="4341574" y="2427370"/>
            <a:ext cx="3492866" cy="3515555"/>
          </a:xfrm>
        </p:spPr>
        <p:txBody>
          <a:bodyPr>
            <a:normAutofit/>
          </a:bodyPr>
          <a:lstStyle/>
          <a:p>
            <a:pPr lvl="0" algn="just">
              <a:buFont typeface="Wingdings" panose="05000000000000000000" pitchFamily="2" charset="2"/>
              <a:buChar char="§"/>
            </a:pPr>
            <a:r>
              <a:rPr lang="vi-VN" sz="1800" dirty="0">
                <a:effectLst/>
                <a:latin typeface="Times New Roman" panose="02020603050405020304" pitchFamily="18" charset="0"/>
                <a:ea typeface="Cousine"/>
              </a:rPr>
              <a:t>Các eigenvector tương ứng với các giá trị riêng nhỏ có thể được sử dụng để hướng một phân vùng của biểu đồ thành hai phần có kích thước tương tự nhau với giá trị cắt nhỏ</a:t>
            </a:r>
            <a:endParaRPr lang="en-US" dirty="0"/>
          </a:p>
        </p:txBody>
      </p:sp>
      <p:sp>
        <p:nvSpPr>
          <p:cNvPr id="11" name="Content Placeholder 10">
            <a:extLst>
              <a:ext uri="{FF2B5EF4-FFF2-40B4-BE49-F238E27FC236}">
                <a16:creationId xmlns:a16="http://schemas.microsoft.com/office/drawing/2014/main" id="{1D014E48-5DD9-49CE-AD5B-0FEF69204F68}"/>
              </a:ext>
            </a:extLst>
          </p:cNvPr>
          <p:cNvSpPr>
            <a:spLocks noGrp="1"/>
          </p:cNvSpPr>
          <p:nvPr>
            <p:ph sz="quarter" idx="4"/>
          </p:nvPr>
        </p:nvSpPr>
        <p:spPr>
          <a:xfrm>
            <a:off x="8139659" y="2427370"/>
            <a:ext cx="3664414" cy="3515555"/>
          </a:xfrm>
        </p:spPr>
        <p:txBody>
          <a:bodyPr>
            <a:normAutofit/>
          </a:bodyPr>
          <a:lstStyle/>
          <a:p>
            <a:pPr lvl="0" algn="just">
              <a:buFont typeface="Wingdings" panose="05000000000000000000" pitchFamily="2" charset="2"/>
              <a:buChar char="§"/>
            </a:pPr>
            <a:r>
              <a:rPr lang="vi-VN" sz="1800" dirty="0">
                <a:effectLst/>
                <a:latin typeface="Times New Roman" panose="02020603050405020304" pitchFamily="18" charset="0"/>
                <a:ea typeface="Cousine"/>
              </a:rPr>
              <a:t>Ví dụ: đặt các nút có thành phần dương trong eigenvector với giá trị eigenve nhỏ thứ hai vào một tập hợp và các nút có thành phần âm vào tập hợp kia thường là</a:t>
            </a:r>
            <a:r>
              <a:rPr lang="vi-VN" sz="1800" spc="8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tốt.</a:t>
            </a:r>
            <a:endParaRPr lang="en-US" dirty="0"/>
          </a:p>
        </p:txBody>
      </p:sp>
      <p:sp>
        <p:nvSpPr>
          <p:cNvPr id="14" name="Date Placeholder 13">
            <a:extLst>
              <a:ext uri="{FF2B5EF4-FFF2-40B4-BE49-F238E27FC236}">
                <a16:creationId xmlns:a16="http://schemas.microsoft.com/office/drawing/2014/main" id="{D236478C-E242-44E0-8357-C72C9B588CA7}"/>
              </a:ext>
            </a:extLst>
          </p:cNvPr>
          <p:cNvSpPr>
            <a:spLocks noGrp="1"/>
          </p:cNvSpPr>
          <p:nvPr>
            <p:ph type="dt" sz="half" idx="10"/>
          </p:nvPr>
        </p:nvSpPr>
        <p:spPr>
          <a:xfrm>
            <a:off x="550863" y="6507212"/>
            <a:ext cx="2628900" cy="153888"/>
          </a:xfrm>
        </p:spPr>
        <p:txBody>
          <a:bodyPr/>
          <a:lstStyle/>
          <a:p>
            <a:r>
              <a:rPr lang="en-US"/>
              <a:t>Tuesday, February 2, 20XX</a:t>
            </a:r>
            <a:endParaRPr lang="en-US" dirty="0"/>
          </a:p>
        </p:txBody>
      </p:sp>
      <p:sp>
        <p:nvSpPr>
          <p:cNvPr id="15" name="Footer Placeholder 14">
            <a:extLst>
              <a:ext uri="{FF2B5EF4-FFF2-40B4-BE49-F238E27FC236}">
                <a16:creationId xmlns:a16="http://schemas.microsoft.com/office/drawing/2014/main" id="{65A6DC02-681E-4AF7-AC6E-57CDDB2FBA28}"/>
              </a:ext>
            </a:extLst>
          </p:cNvPr>
          <p:cNvSpPr>
            <a:spLocks noGrp="1"/>
          </p:cNvSpPr>
          <p:nvPr>
            <p:ph type="ftr" sz="quarter" idx="11"/>
          </p:nvPr>
        </p:nvSpPr>
        <p:spPr>
          <a:xfrm>
            <a:off x="3359150" y="6507212"/>
            <a:ext cx="6379210" cy="153888"/>
          </a:xfrm>
        </p:spPr>
        <p:txBody>
          <a:bodyPr/>
          <a:lstStyle/>
          <a:p>
            <a:r>
              <a:rPr lang="en-US"/>
              <a:t>Sample Footer Text</a:t>
            </a:r>
          </a:p>
        </p:txBody>
      </p:sp>
      <p:sp>
        <p:nvSpPr>
          <p:cNvPr id="16" name="Slide Number Placeholder 15">
            <a:extLst>
              <a:ext uri="{FF2B5EF4-FFF2-40B4-BE49-F238E27FC236}">
                <a16:creationId xmlns:a16="http://schemas.microsoft.com/office/drawing/2014/main" id="{CF0A8666-4477-461C-A79D-E91232EE973E}"/>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13</a:t>
            </a:fld>
            <a:endParaRPr lang="en-US"/>
          </a:p>
        </p:txBody>
      </p:sp>
    </p:spTree>
    <p:extLst>
      <p:ext uri="{BB962C8B-B14F-4D97-AF65-F5344CB8AC3E}">
        <p14:creationId xmlns:p14="http://schemas.microsoft.com/office/powerpoint/2010/main" val="1420547054"/>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p:cTn id="7" dur="1000" fill="hold"/>
                                        <p:tgtEl>
                                          <p:spTgt spid="8">
                                            <p:txEl>
                                              <p:pRg st="0" end="0"/>
                                            </p:txEl>
                                          </p:spTgt>
                                        </p:tgtEl>
                                        <p:attrNameLst>
                                          <p:attrName>ppt_w</p:attrName>
                                        </p:attrNameLst>
                                      </p:cBhvr>
                                      <p:tavLst>
                                        <p:tav tm="0">
                                          <p:val>
                                            <p:strVal val="#ppt_w+.3"/>
                                          </p:val>
                                        </p:tav>
                                        <p:tav tm="100000">
                                          <p:val>
                                            <p:strVal val="#ppt_w"/>
                                          </p:val>
                                        </p:tav>
                                      </p:tavLst>
                                    </p:anim>
                                    <p:anim calcmode="lin" valueType="num">
                                      <p:cBhvr>
                                        <p:cTn id="8" dur="1000" fill="hold"/>
                                        <p:tgtEl>
                                          <p:spTgt spid="8">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wipe(down)">
                                      <p:cBhvr>
                                        <p:cTn id="14" dur="580">
                                          <p:stCondLst>
                                            <p:cond delay="0"/>
                                          </p:stCondLst>
                                        </p:cTn>
                                        <p:tgtEl>
                                          <p:spTgt spid="9">
                                            <p:txEl>
                                              <p:pRg st="0" end="0"/>
                                            </p:txEl>
                                          </p:spTgt>
                                        </p:tgtEl>
                                      </p:cBhvr>
                                    </p:animEffect>
                                    <p:anim calcmode="lin" valueType="num">
                                      <p:cBhvr>
                                        <p:cTn id="15" dur="1822" tmFilter="0,0; 0.14,0.36; 0.43,0.73; 0.71,0.91; 1.0,1.0">
                                          <p:stCondLst>
                                            <p:cond delay="0"/>
                                          </p:stCondLst>
                                        </p:cTn>
                                        <p:tgtEl>
                                          <p:spTgt spid="9">
                                            <p:txEl>
                                              <p:pRg st="0" end="0"/>
                                            </p:txEl>
                                          </p:spTgt>
                                        </p:tgtEl>
                                        <p:attrNameLst>
                                          <p:attrName>ppt_x</p:attrName>
                                        </p:attrNameLst>
                                      </p:cBhvr>
                                      <p:tavLst>
                                        <p:tav tm="0">
                                          <p:val>
                                            <p:strVal val="#ppt_x-0.25"/>
                                          </p:val>
                                        </p:tav>
                                        <p:tav tm="100000">
                                          <p:val>
                                            <p:strVal val="#ppt_x"/>
                                          </p:val>
                                        </p:tav>
                                      </p:tavLst>
                                    </p:anim>
                                    <p:anim calcmode="lin" valueType="num">
                                      <p:cBhvr>
                                        <p:cTn id="16" dur="664" tmFilter="0.0,0.0; 0.25,0.07; 0.50,0.2; 0.75,0.467; 1.0,1.0">
                                          <p:stCondLst>
                                            <p:cond delay="0"/>
                                          </p:stCondLst>
                                        </p:cTn>
                                        <p:tgtEl>
                                          <p:spTgt spid="9">
                                            <p:txEl>
                                              <p:pRg st="0" end="0"/>
                                            </p:txEl>
                                          </p:spTgt>
                                        </p:tgtEl>
                                        <p:attrNameLst>
                                          <p:attrName>ppt_y</p:attrName>
                                        </p:attrNameLst>
                                      </p:cBhvr>
                                      <p:tavLst>
                                        <p:tav tm="0" fmla="#ppt_y-sin(pi*$)/3">
                                          <p:val>
                                            <p:fltVal val="0.5"/>
                                          </p:val>
                                        </p:tav>
                                        <p:tav tm="100000">
                                          <p:val>
                                            <p:fltVal val="1"/>
                                          </p:val>
                                        </p:tav>
                                      </p:tavLst>
                                    </p:anim>
                                    <p:anim calcmode="lin" valueType="num">
                                      <p:cBhvr>
                                        <p:cTn id="17" dur="664" tmFilter="0, 0; 0.125,0.2665; 0.25,0.4; 0.375,0.465; 0.5,0.5;  0.625,0.535; 0.75,0.6; 0.875,0.7335; 1,1">
                                          <p:stCondLst>
                                            <p:cond delay="664"/>
                                          </p:stCondLst>
                                        </p:cTn>
                                        <p:tgtEl>
                                          <p:spTgt spid="9">
                                            <p:txEl>
                                              <p:pRg st="0" end="0"/>
                                            </p:txEl>
                                          </p:spTgt>
                                        </p:tgtEl>
                                        <p:attrNameLst>
                                          <p:attrName>ppt_y</p:attrName>
                                        </p:attrNameLst>
                                      </p:cBhvr>
                                      <p:tavLst>
                                        <p:tav tm="0" fmla="#ppt_y-sin(pi*$)/9">
                                          <p:val>
                                            <p:fltVal val="0"/>
                                          </p:val>
                                        </p:tav>
                                        <p:tav tm="100000">
                                          <p:val>
                                            <p:fltVal val="1"/>
                                          </p:val>
                                        </p:tav>
                                      </p:tavLst>
                                    </p:anim>
                                    <p:anim calcmode="lin" valueType="num">
                                      <p:cBhvr>
                                        <p:cTn id="18" dur="332" tmFilter="0, 0; 0.125,0.2665; 0.25,0.4; 0.375,0.465; 0.5,0.5;  0.625,0.535; 0.75,0.6; 0.875,0.7335; 1,1">
                                          <p:stCondLst>
                                            <p:cond delay="1324"/>
                                          </p:stCondLst>
                                        </p:cTn>
                                        <p:tgtEl>
                                          <p:spTgt spid="9">
                                            <p:txEl>
                                              <p:pRg st="0" end="0"/>
                                            </p:txEl>
                                          </p:spTgt>
                                        </p:tgtEl>
                                        <p:attrNameLst>
                                          <p:attrName>ppt_y</p:attrName>
                                        </p:attrNameLst>
                                      </p:cBhvr>
                                      <p:tavLst>
                                        <p:tav tm="0" fmla="#ppt_y-sin(pi*$)/27">
                                          <p:val>
                                            <p:fltVal val="0"/>
                                          </p:val>
                                        </p:tav>
                                        <p:tav tm="100000">
                                          <p:val>
                                            <p:fltVal val="1"/>
                                          </p:val>
                                        </p:tav>
                                      </p:tavLst>
                                    </p:anim>
                                    <p:anim calcmode="lin" valueType="num">
                                      <p:cBhvr>
                                        <p:cTn id="19" dur="164" tmFilter="0, 0; 0.125,0.2665; 0.25,0.4; 0.375,0.465; 0.5,0.5;  0.625,0.535; 0.75,0.6; 0.875,0.7335; 1,1">
                                          <p:stCondLst>
                                            <p:cond delay="1656"/>
                                          </p:stCondLst>
                                        </p:cTn>
                                        <p:tgtEl>
                                          <p:spTgt spid="9">
                                            <p:txEl>
                                              <p:pRg st="0" end="0"/>
                                            </p:txEl>
                                          </p:spTgt>
                                        </p:tgtEl>
                                        <p:attrNameLst>
                                          <p:attrName>ppt_y</p:attrName>
                                        </p:attrNameLst>
                                      </p:cBhvr>
                                      <p:tavLst>
                                        <p:tav tm="0" fmla="#ppt_y-sin(pi*$)/81">
                                          <p:val>
                                            <p:fltVal val="0"/>
                                          </p:val>
                                        </p:tav>
                                        <p:tav tm="100000">
                                          <p:val>
                                            <p:fltVal val="1"/>
                                          </p:val>
                                        </p:tav>
                                      </p:tavLst>
                                    </p:anim>
                                    <p:animScale>
                                      <p:cBhvr>
                                        <p:cTn id="20" dur="26">
                                          <p:stCondLst>
                                            <p:cond delay="650"/>
                                          </p:stCondLst>
                                        </p:cTn>
                                        <p:tgtEl>
                                          <p:spTgt spid="9">
                                            <p:txEl>
                                              <p:pRg st="0" end="0"/>
                                            </p:txEl>
                                          </p:spTgt>
                                        </p:tgtEl>
                                      </p:cBhvr>
                                      <p:to x="100000" y="60000"/>
                                    </p:animScale>
                                    <p:animScale>
                                      <p:cBhvr>
                                        <p:cTn id="21" dur="166" decel="50000">
                                          <p:stCondLst>
                                            <p:cond delay="676"/>
                                          </p:stCondLst>
                                        </p:cTn>
                                        <p:tgtEl>
                                          <p:spTgt spid="9">
                                            <p:txEl>
                                              <p:pRg st="0" end="0"/>
                                            </p:txEl>
                                          </p:spTgt>
                                        </p:tgtEl>
                                      </p:cBhvr>
                                      <p:to x="100000" y="100000"/>
                                    </p:animScale>
                                    <p:animScale>
                                      <p:cBhvr>
                                        <p:cTn id="22" dur="26">
                                          <p:stCondLst>
                                            <p:cond delay="1312"/>
                                          </p:stCondLst>
                                        </p:cTn>
                                        <p:tgtEl>
                                          <p:spTgt spid="9">
                                            <p:txEl>
                                              <p:pRg st="0" end="0"/>
                                            </p:txEl>
                                          </p:spTgt>
                                        </p:tgtEl>
                                      </p:cBhvr>
                                      <p:to x="100000" y="80000"/>
                                    </p:animScale>
                                    <p:animScale>
                                      <p:cBhvr>
                                        <p:cTn id="23" dur="166" decel="50000">
                                          <p:stCondLst>
                                            <p:cond delay="1338"/>
                                          </p:stCondLst>
                                        </p:cTn>
                                        <p:tgtEl>
                                          <p:spTgt spid="9">
                                            <p:txEl>
                                              <p:pRg st="0" end="0"/>
                                            </p:txEl>
                                          </p:spTgt>
                                        </p:tgtEl>
                                      </p:cBhvr>
                                      <p:to x="100000" y="100000"/>
                                    </p:animScale>
                                    <p:animScale>
                                      <p:cBhvr>
                                        <p:cTn id="24" dur="26">
                                          <p:stCondLst>
                                            <p:cond delay="1642"/>
                                          </p:stCondLst>
                                        </p:cTn>
                                        <p:tgtEl>
                                          <p:spTgt spid="9">
                                            <p:txEl>
                                              <p:pRg st="0" end="0"/>
                                            </p:txEl>
                                          </p:spTgt>
                                        </p:tgtEl>
                                      </p:cBhvr>
                                      <p:to x="100000" y="90000"/>
                                    </p:animScale>
                                    <p:animScale>
                                      <p:cBhvr>
                                        <p:cTn id="25" dur="166" decel="50000">
                                          <p:stCondLst>
                                            <p:cond delay="1668"/>
                                          </p:stCondLst>
                                        </p:cTn>
                                        <p:tgtEl>
                                          <p:spTgt spid="9">
                                            <p:txEl>
                                              <p:pRg st="0" end="0"/>
                                            </p:txEl>
                                          </p:spTgt>
                                        </p:tgtEl>
                                      </p:cBhvr>
                                      <p:to x="100000" y="100000"/>
                                    </p:animScale>
                                    <p:animScale>
                                      <p:cBhvr>
                                        <p:cTn id="26" dur="26">
                                          <p:stCondLst>
                                            <p:cond delay="1808"/>
                                          </p:stCondLst>
                                        </p:cTn>
                                        <p:tgtEl>
                                          <p:spTgt spid="9">
                                            <p:txEl>
                                              <p:pRg st="0" end="0"/>
                                            </p:txEl>
                                          </p:spTgt>
                                        </p:tgtEl>
                                      </p:cBhvr>
                                      <p:to x="100000" y="95000"/>
                                    </p:animScale>
                                    <p:animScale>
                                      <p:cBhvr>
                                        <p:cTn id="27" dur="166" decel="50000">
                                          <p:stCondLst>
                                            <p:cond delay="1834"/>
                                          </p:stCondLst>
                                        </p:cTn>
                                        <p:tgtEl>
                                          <p:spTgt spid="9">
                                            <p:txEl>
                                              <p:pRg st="0" end="0"/>
                                            </p:txEl>
                                          </p:spTgt>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52" presetClass="entr" presetSubtype="0" fill="hold" nodeType="clickEffect">
                                  <p:stCondLst>
                                    <p:cond delay="0"/>
                                  </p:stCondLst>
                                  <p:childTnLst>
                                    <p:set>
                                      <p:cBhvr>
                                        <p:cTn id="31" dur="1" fill="hold">
                                          <p:stCondLst>
                                            <p:cond delay="0"/>
                                          </p:stCondLst>
                                        </p:cTn>
                                        <p:tgtEl>
                                          <p:spTgt spid="13">
                                            <p:txEl>
                                              <p:pRg st="0" end="0"/>
                                            </p:txEl>
                                          </p:spTgt>
                                        </p:tgtEl>
                                        <p:attrNameLst>
                                          <p:attrName>style.visibility</p:attrName>
                                        </p:attrNameLst>
                                      </p:cBhvr>
                                      <p:to>
                                        <p:strVal val="visible"/>
                                      </p:to>
                                    </p:set>
                                    <p:animScale>
                                      <p:cBhvr>
                                        <p:cTn id="32" dur="1000" decel="50000" fill="hold">
                                          <p:stCondLst>
                                            <p:cond delay="0"/>
                                          </p:stCondLst>
                                        </p:cTn>
                                        <p:tgtEl>
                                          <p:spTgt spid="13">
                                            <p:txEl>
                                              <p:pRg st="0" end="0"/>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3" dur="1000" decel="50000" fill="hold">
                                          <p:stCondLst>
                                            <p:cond delay="0"/>
                                          </p:stCondLst>
                                        </p:cTn>
                                        <p:tgtEl>
                                          <p:spTgt spid="13">
                                            <p:txEl>
                                              <p:pRg st="0" end="0"/>
                                            </p:txEl>
                                          </p:spTgt>
                                        </p:tgtEl>
                                        <p:attrNameLst>
                                          <p:attrName>ppt_x</p:attrName>
                                          <p:attrName>ppt_y</p:attrName>
                                        </p:attrNameLst>
                                      </p:cBhvr>
                                    </p:animMotion>
                                    <p:animEffect transition="in" filter="fade">
                                      <p:cBhvr>
                                        <p:cTn id="34" dur="1000"/>
                                        <p:tgtEl>
                                          <p:spTgt spid="13">
                                            <p:txEl>
                                              <p:pRg st="0" end="0"/>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30" presetClass="entr" presetSubtype="0" fill="hold" nodeType="clickEffect">
                                  <p:stCondLst>
                                    <p:cond delay="0"/>
                                  </p:stCondLst>
                                  <p:childTnLst>
                                    <p:set>
                                      <p:cBhvr>
                                        <p:cTn id="38" dur="1" fill="hold">
                                          <p:stCondLst>
                                            <p:cond delay="0"/>
                                          </p:stCondLst>
                                        </p:cTn>
                                        <p:tgtEl>
                                          <p:spTgt spid="11">
                                            <p:txEl>
                                              <p:pRg st="0" end="0"/>
                                            </p:txEl>
                                          </p:spTgt>
                                        </p:tgtEl>
                                        <p:attrNameLst>
                                          <p:attrName>style.visibility</p:attrName>
                                        </p:attrNameLst>
                                      </p:cBhvr>
                                      <p:to>
                                        <p:strVal val="visible"/>
                                      </p:to>
                                    </p:set>
                                    <p:animEffect transition="in" filter="fade">
                                      <p:cBhvr>
                                        <p:cTn id="39" dur="800" decel="100000"/>
                                        <p:tgtEl>
                                          <p:spTgt spid="11">
                                            <p:txEl>
                                              <p:pRg st="0" end="0"/>
                                            </p:txEl>
                                          </p:spTgt>
                                        </p:tgtEl>
                                      </p:cBhvr>
                                    </p:animEffect>
                                    <p:anim calcmode="lin" valueType="num">
                                      <p:cBhvr>
                                        <p:cTn id="40" dur="800" decel="100000" fill="hold"/>
                                        <p:tgtEl>
                                          <p:spTgt spid="11">
                                            <p:txEl>
                                              <p:pRg st="0" end="0"/>
                                            </p:txEl>
                                          </p:spTgt>
                                        </p:tgtEl>
                                        <p:attrNameLst>
                                          <p:attrName>style.rotation</p:attrName>
                                        </p:attrNameLst>
                                      </p:cBhvr>
                                      <p:tavLst>
                                        <p:tav tm="0">
                                          <p:val>
                                            <p:fltVal val="-90"/>
                                          </p:val>
                                        </p:tav>
                                        <p:tav tm="100000">
                                          <p:val>
                                            <p:fltVal val="0"/>
                                          </p:val>
                                        </p:tav>
                                      </p:tavLst>
                                    </p:anim>
                                    <p:anim calcmode="lin" valueType="num">
                                      <p:cBhvr>
                                        <p:cTn id="41" dur="800" decel="100000" fill="hold"/>
                                        <p:tgtEl>
                                          <p:spTgt spid="11">
                                            <p:txEl>
                                              <p:pRg st="0" end="0"/>
                                            </p:txEl>
                                          </p:spTgt>
                                        </p:tgtEl>
                                        <p:attrNameLst>
                                          <p:attrName>ppt_x</p:attrName>
                                        </p:attrNameLst>
                                      </p:cBhvr>
                                      <p:tavLst>
                                        <p:tav tm="0">
                                          <p:val>
                                            <p:strVal val="#ppt_x+0.4"/>
                                          </p:val>
                                        </p:tav>
                                        <p:tav tm="100000">
                                          <p:val>
                                            <p:strVal val="#ppt_x-0.05"/>
                                          </p:val>
                                        </p:tav>
                                      </p:tavLst>
                                    </p:anim>
                                    <p:anim calcmode="lin" valueType="num">
                                      <p:cBhvr>
                                        <p:cTn id="42" dur="800" decel="100000" fill="hold"/>
                                        <p:tgtEl>
                                          <p:spTgt spid="11">
                                            <p:txEl>
                                              <p:pRg st="0" end="0"/>
                                            </p:txEl>
                                          </p:spTgt>
                                        </p:tgtEl>
                                        <p:attrNameLst>
                                          <p:attrName>ppt_y</p:attrName>
                                        </p:attrNameLst>
                                      </p:cBhvr>
                                      <p:tavLst>
                                        <p:tav tm="0">
                                          <p:val>
                                            <p:strVal val="#ppt_y-0.4"/>
                                          </p:val>
                                        </p:tav>
                                        <p:tav tm="100000">
                                          <p:val>
                                            <p:strVal val="#ppt_y+0.1"/>
                                          </p:val>
                                        </p:tav>
                                      </p:tavLst>
                                    </p:anim>
                                    <p:anim calcmode="lin" valueType="num">
                                      <p:cBhvr>
                                        <p:cTn id="43" dur="200" accel="100000" fill="hold">
                                          <p:stCondLst>
                                            <p:cond delay="800"/>
                                          </p:stCondLst>
                                        </p:cTn>
                                        <p:tgtEl>
                                          <p:spTgt spid="11">
                                            <p:txEl>
                                              <p:pRg st="0" end="0"/>
                                            </p:txEl>
                                          </p:spTgt>
                                        </p:tgtEl>
                                        <p:attrNameLst>
                                          <p:attrName>ppt_x</p:attrName>
                                        </p:attrNameLst>
                                      </p:cBhvr>
                                      <p:tavLst>
                                        <p:tav tm="0">
                                          <p:val>
                                            <p:strVal val="#ppt_x-0.05"/>
                                          </p:val>
                                        </p:tav>
                                        <p:tav tm="100000">
                                          <p:val>
                                            <p:strVal val="#ppt_x"/>
                                          </p:val>
                                        </p:tav>
                                      </p:tavLst>
                                    </p:anim>
                                    <p:anim calcmode="lin" valueType="num">
                                      <p:cBhvr>
                                        <p:cTn id="44" dur="200" accel="100000" fill="hold">
                                          <p:stCondLst>
                                            <p:cond delay="800"/>
                                          </p:stCondLst>
                                        </p:cTn>
                                        <p:tgtEl>
                                          <p:spTgt spid="11">
                                            <p:txEl>
                                              <p:pRg st="0" end="0"/>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581E8936-2270-47FE-94A4-398CB123EF90}"/>
              </a:ext>
            </a:extLst>
          </p:cNvPr>
          <p:cNvSpPr>
            <a:spLocks noGrp="1"/>
          </p:cNvSpPr>
          <p:nvPr>
            <p:ph type="title"/>
          </p:nvPr>
        </p:nvSpPr>
        <p:spPr>
          <a:xfrm>
            <a:off x="550863" y="4508500"/>
            <a:ext cx="3367994" cy="1562959"/>
          </a:xfrm>
        </p:spPr>
        <p:txBody>
          <a:bodyPr/>
          <a:lstStyle/>
          <a:p>
            <a:pPr marL="285750" marR="0" indent="-285750">
              <a:lnSpc>
                <a:spcPct val="107000"/>
              </a:lnSpc>
              <a:spcBef>
                <a:spcPts val="0"/>
              </a:spcBef>
              <a:spcAft>
                <a:spcPts val="800"/>
              </a:spcAft>
              <a:buFont typeface="Wingdings" panose="05000000000000000000" pitchFamily="2" charset="2"/>
              <a:buChar char="q"/>
            </a:pP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Cộng</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đồng</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chồng</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b="1" dirty="0" err="1">
                <a:effectLst/>
                <a:latin typeface="Times New Roman" panose="02020603050405020304" pitchFamily="18" charset="0"/>
                <a:ea typeface="Calibri" panose="020F0502020204030204" pitchFamily="34" charset="0"/>
                <a:cs typeface="Times New Roman" panose="02020603050405020304" pitchFamily="18" charset="0"/>
              </a:rPr>
              <a:t>chéo</a:t>
            </a: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6" name="Picture Placeholder 15" descr="Data Points Digital background">
            <a:extLst>
              <a:ext uri="{FF2B5EF4-FFF2-40B4-BE49-F238E27FC236}">
                <a16:creationId xmlns:a16="http://schemas.microsoft.com/office/drawing/2014/main" id="{361E9ADB-7377-4CF1-9AE4-AEFBDEBEEEE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a:stretch/>
        </p:blipFill>
        <p:spPr>
          <a:xfrm>
            <a:off x="550864" y="0"/>
            <a:ext cx="10932959" cy="3370030"/>
          </a:xfrm>
        </p:spPr>
      </p:pic>
      <p:sp>
        <p:nvSpPr>
          <p:cNvPr id="13" name="Content Placeholder 12">
            <a:extLst>
              <a:ext uri="{FF2B5EF4-FFF2-40B4-BE49-F238E27FC236}">
                <a16:creationId xmlns:a16="http://schemas.microsoft.com/office/drawing/2014/main" id="{C0287FEC-3826-4868-8D93-52429C6156F5}"/>
              </a:ext>
            </a:extLst>
          </p:cNvPr>
          <p:cNvSpPr>
            <a:spLocks noGrp="1"/>
          </p:cNvSpPr>
          <p:nvPr>
            <p:ph sz="quarter" idx="15"/>
          </p:nvPr>
        </p:nvSpPr>
        <p:spPr>
          <a:xfrm>
            <a:off x="4383314" y="4508500"/>
            <a:ext cx="7100509" cy="1563688"/>
          </a:xfrm>
        </p:spPr>
        <p:txBody>
          <a:bodyPr>
            <a:noAutofit/>
          </a:bodyPr>
          <a:lstStyle/>
          <a:p>
            <a:pPr marL="285750" indent="-285750" algn="just">
              <a:buFont typeface="Wingdings" panose="05000000000000000000" pitchFamily="2" charset="2"/>
              <a:buChar char="§"/>
            </a:pPr>
            <a:r>
              <a:rPr lang="vi-VN" sz="1800" dirty="0">
                <a:effectLst/>
                <a:latin typeface="Times New Roman" panose="02020603050405020304" pitchFamily="18" charset="0"/>
                <a:ea typeface="Cousine"/>
                <a:cs typeface="Times New Roman" panose="02020603050405020304" pitchFamily="18" charset="0"/>
              </a:rPr>
              <a:t>Thông thường, các cá nhân là thành viên của một số cộng đồng</a:t>
            </a:r>
            <a:endParaRPr lang="en-US" sz="1800" dirty="0">
              <a:effectLst/>
              <a:latin typeface="Times New Roman" panose="02020603050405020304" pitchFamily="18" charset="0"/>
              <a:ea typeface="Cousine"/>
              <a:cs typeface="Times New Roman" panose="02020603050405020304" pitchFamily="18" charset="0"/>
            </a:endParaRPr>
          </a:p>
          <a:p>
            <a:pPr marL="285750" indent="-285750" algn="just">
              <a:buFont typeface="Wingdings" panose="05000000000000000000" pitchFamily="2" charset="2"/>
              <a:buChar char="§"/>
            </a:pPr>
            <a:r>
              <a:rPr lang="vi-VN" sz="1800" dirty="0">
                <a:effectLst/>
                <a:latin typeface="Times New Roman" panose="02020603050405020304" pitchFamily="18" charset="0"/>
                <a:ea typeface="Cousine"/>
                <a:cs typeface="Times New Roman" panose="02020603050405020304" pitchFamily="18" charset="0"/>
              </a:rPr>
              <a:t>Trong biểu đồ mô tả mạng xã hội, xác suất hai cá nhân là bạn bè tăng lên là</a:t>
            </a:r>
            <a:r>
              <a:rPr lang="en-US" sz="1800" dirty="0">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điều bình thường khi số lượng cộng đồng chung mà cả hai đều là thành viên tăng lên.</a:t>
            </a:r>
            <a:endParaRPr lang="en-US" sz="18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C329F70-04F7-4C70-BCF8-D4371F54EF2F}"/>
              </a:ext>
            </a:extLst>
          </p:cNvPr>
          <p:cNvSpPr>
            <a:spLocks noGrp="1"/>
          </p:cNvSpPr>
          <p:nvPr>
            <p:ph type="dt" sz="half" idx="10"/>
          </p:nvPr>
        </p:nvSpPr>
        <p:spPr>
          <a:xfrm>
            <a:off x="550863" y="6507212"/>
            <a:ext cx="2628900" cy="153888"/>
          </a:xfrm>
        </p:spPr>
        <p:txBody>
          <a:bodyPr/>
          <a:lstStyle/>
          <a:p>
            <a:r>
              <a:rPr lang="en-US"/>
              <a:t>Tuesday, February 2, 20XX</a:t>
            </a:r>
            <a:endParaRPr lang="en-US" dirty="0"/>
          </a:p>
        </p:txBody>
      </p:sp>
      <p:sp>
        <p:nvSpPr>
          <p:cNvPr id="5" name="Footer Placeholder 4">
            <a:extLst>
              <a:ext uri="{FF2B5EF4-FFF2-40B4-BE49-F238E27FC236}">
                <a16:creationId xmlns:a16="http://schemas.microsoft.com/office/drawing/2014/main" id="{06A3302E-502D-4151-81C9-5FD6AF9596D6}"/>
              </a:ext>
            </a:extLst>
          </p:cNvPr>
          <p:cNvSpPr>
            <a:spLocks noGrp="1"/>
          </p:cNvSpPr>
          <p:nvPr>
            <p:ph type="ftr" sz="quarter" idx="11"/>
          </p:nvPr>
        </p:nvSpPr>
        <p:spPr>
          <a:xfrm>
            <a:off x="3359150" y="6507212"/>
            <a:ext cx="6379210" cy="153888"/>
          </a:xfrm>
        </p:spPr>
        <p:txBody>
          <a:bodyPr/>
          <a:lstStyle/>
          <a:p>
            <a:r>
              <a:rPr lang="en-US"/>
              <a:t>Sample Footer Text</a:t>
            </a:r>
          </a:p>
        </p:txBody>
      </p:sp>
      <p:sp>
        <p:nvSpPr>
          <p:cNvPr id="6" name="Slide Number Placeholder 5">
            <a:extLst>
              <a:ext uri="{FF2B5EF4-FFF2-40B4-BE49-F238E27FC236}">
                <a16:creationId xmlns:a16="http://schemas.microsoft.com/office/drawing/2014/main" id="{9ED907F8-C614-4D59-A03F-BF9CD5E35703}"/>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14</a:t>
            </a:fld>
            <a:endParaRPr lang="en-US"/>
          </a:p>
        </p:txBody>
      </p:sp>
      <p:sp>
        <p:nvSpPr>
          <p:cNvPr id="2" name="TextBox 1">
            <a:extLst>
              <a:ext uri="{FF2B5EF4-FFF2-40B4-BE49-F238E27FC236}">
                <a16:creationId xmlns:a16="http://schemas.microsoft.com/office/drawing/2014/main" id="{B5F9C002-0750-4E36-AAF3-DE5A22776356}"/>
              </a:ext>
            </a:extLst>
          </p:cNvPr>
          <p:cNvSpPr txBox="1"/>
          <p:nvPr/>
        </p:nvSpPr>
        <p:spPr>
          <a:xfrm>
            <a:off x="550863" y="3487971"/>
            <a:ext cx="5960773" cy="584775"/>
          </a:xfrm>
          <a:prstGeom prst="rect">
            <a:avLst/>
          </a:prstGeom>
          <a:noFill/>
        </p:spPr>
        <p:txBody>
          <a:bodyPr wrap="square" rtlCol="0">
            <a:spAutoFit/>
          </a:bodyPr>
          <a:lstStyle/>
          <a:p>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10.5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C</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ộng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đồng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chồng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chéo</a:t>
            </a:r>
            <a:endParaRPr lang="en-US" sz="3200" b="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521561301"/>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9" presetClass="path" presetSubtype="0" accel="50000" decel="50000" fill="hold" nodeType="clickEffect">
                                  <p:stCondLst>
                                    <p:cond delay="0"/>
                                  </p:stCondLst>
                                  <p:childTnLst>
                                    <p:animMotion origin="layout" path="M 0 0 C 0 -0.035 0.028 -0.062 0.062 -0.062 C 0.097 -0.062 0.125 -0.035 0.125 0 C 0.125 0.035 0.153 0.062 0.188 0.062 C 0.222 0.062 0.25 0.035 0.25 0 E" pathEditMode="relative" ptsTypes="">
                                      <p:cBhvr>
                                        <p:cTn id="6" dur="2000" fill="hold"/>
                                        <p:tgtEl>
                                          <p:spTgt spid="2">
                                            <p:txEl>
                                              <p:pRg st="0" end="0"/>
                                            </p:txEl>
                                          </p:spTgt>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8" presetClass="emph" presetSubtype="0" fill="hold" grpId="0" nodeType="clickEffect">
                                  <p:stCondLst>
                                    <p:cond delay="0"/>
                                  </p:stCondLst>
                                  <p:childTnLst>
                                    <p:animRot by="21600000">
                                      <p:cBhvr>
                                        <p:cTn id="10" dur="2000" fill="hold"/>
                                        <p:tgtEl>
                                          <p:spTgt spid="11"/>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47" presetClass="entr" presetSubtype="0" fill="hold"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animEffect transition="in" filter="fade">
                                      <p:cBhvr>
                                        <p:cTn id="15" dur="1000"/>
                                        <p:tgtEl>
                                          <p:spTgt spid="13">
                                            <p:txEl>
                                              <p:pRg st="0" end="0"/>
                                            </p:txEl>
                                          </p:spTgt>
                                        </p:tgtEl>
                                      </p:cBhvr>
                                    </p:animEffect>
                                    <p:anim calcmode="lin" valueType="num">
                                      <p:cBhvr>
                                        <p:cTn id="16"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3">
                                            <p:txEl>
                                              <p:pRg st="1" end="1"/>
                                            </p:txEl>
                                          </p:spTgt>
                                        </p:tgtEl>
                                        <p:attrNameLst>
                                          <p:attrName>style.visibility</p:attrName>
                                        </p:attrNameLst>
                                      </p:cBhvr>
                                      <p:to>
                                        <p:strVal val="visible"/>
                                      </p:to>
                                    </p:set>
                                    <p:anim calcmode="lin" valueType="num">
                                      <p:cBhvr additive="base">
                                        <p:cTn id="22"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998" y="5334748"/>
            <a:ext cx="678135" cy="990000"/>
            <a:chOff x="10490969" y="1448827"/>
            <a:chExt cx="678135" cy="990000"/>
          </a:xfrm>
        </p:grpSpPr>
        <p:sp>
          <p:nvSpPr>
            <p:cNvPr id="16" name="Freeform: Shape 15">
              <a:extLst>
                <a:ext uri="{FF2B5EF4-FFF2-40B4-BE49-F238E27FC236}">
                  <a16:creationId xmlns:a16="http://schemas.microsoft.com/office/drawing/2014/main" id="{02ECB475-568C-47AC-B16D-2E202DEB2D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Oval 16">
              <a:extLst>
                <a:ext uri="{FF2B5EF4-FFF2-40B4-BE49-F238E27FC236}">
                  <a16:creationId xmlns:a16="http://schemas.microsoft.com/office/drawing/2014/main" id="{080D8764-525A-441E-B58F-068E82F097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8" name="Oval 17">
              <a:extLst>
                <a:ext uri="{FF2B5EF4-FFF2-40B4-BE49-F238E27FC236}">
                  <a16:creationId xmlns:a16="http://schemas.microsoft.com/office/drawing/2014/main" id="{11196109-6F2B-4738-B2FC-2CCC753AA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Shape 18">
              <a:extLst>
                <a:ext uri="{FF2B5EF4-FFF2-40B4-BE49-F238E27FC236}">
                  <a16:creationId xmlns:a16="http://schemas.microsoft.com/office/drawing/2014/main" id="{F7E468C2-69B8-470B-85E3-801A3CB1D7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21" name="Rectangle 20">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0F4CB0-A5A4-4424-98B5-9D022073532C}"/>
              </a:ext>
            </a:extLst>
          </p:cNvPr>
          <p:cNvSpPr>
            <a:spLocks noGrp="1"/>
          </p:cNvSpPr>
          <p:nvPr>
            <p:ph type="title"/>
          </p:nvPr>
        </p:nvSpPr>
        <p:spPr>
          <a:xfrm>
            <a:off x="550863" y="549275"/>
            <a:ext cx="4848385" cy="1071707"/>
          </a:xfrm>
        </p:spPr>
        <p:txBody>
          <a:bodyPr vert="horz" wrap="square" lIns="0" tIns="0" rIns="0" bIns="0" rtlCol="0" anchor="b" anchorCtr="0">
            <a:normAutofit/>
          </a:bodyPr>
          <a:lstStyle/>
          <a:p>
            <a:pPr>
              <a:lnSpc>
                <a:spcPct val="100000"/>
              </a:lnSpc>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10.5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C</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ộng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đồng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chồng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chéo</a:t>
            </a:r>
            <a:endParaRPr lang="en-US" sz="3200" kern="1200" dirty="0">
              <a:solidFill>
                <a:schemeClr val="tx1"/>
              </a:solidFill>
              <a:latin typeface="+mj-lt"/>
              <a:ea typeface="+mj-ea"/>
              <a:cs typeface="+mj-cs"/>
            </a:endParaRPr>
          </a:p>
        </p:txBody>
      </p:sp>
      <p:sp>
        <p:nvSpPr>
          <p:cNvPr id="12" name="Content Placeholder 11">
            <a:extLst>
              <a:ext uri="{FF2B5EF4-FFF2-40B4-BE49-F238E27FC236}">
                <a16:creationId xmlns:a16="http://schemas.microsoft.com/office/drawing/2014/main" id="{22656B5F-EEAA-4339-8804-E3A4DBACC5F4}"/>
              </a:ext>
            </a:extLst>
          </p:cNvPr>
          <p:cNvSpPr>
            <a:spLocks noGrp="1"/>
          </p:cNvSpPr>
          <p:nvPr>
            <p:ph sz="quarter" idx="15"/>
          </p:nvPr>
        </p:nvSpPr>
        <p:spPr>
          <a:xfrm>
            <a:off x="550863" y="2170256"/>
            <a:ext cx="4899111" cy="3922569"/>
          </a:xfrm>
        </p:spPr>
        <p:txBody>
          <a:bodyPr vert="horz" wrap="square" lIns="0" tIns="0" rIns="0" bIns="0" rtlCol="0" anchor="t">
            <a:normAutofit/>
          </a:bodyPr>
          <a:lstStyle/>
          <a:p>
            <a:pPr marL="57150" indent="-285750">
              <a:buFont typeface="Wingdings" panose="05000000000000000000" pitchFamily="2" charset="2"/>
              <a:buChar char="q"/>
            </a:pPr>
            <a:r>
              <a:rPr lang="vi-VN" b="1" dirty="0">
                <a:effectLst/>
                <a:latin typeface="Times New Roman" panose="02020603050405020304" pitchFamily="18" charset="0"/>
                <a:ea typeface="Cousine"/>
              </a:rPr>
              <a:t>Mô hình liên kết-đồ thị: </a:t>
            </a:r>
            <a:endParaRPr lang="en-US" b="1" dirty="0">
              <a:effectLst/>
              <a:latin typeface="Times New Roman" panose="02020603050405020304" pitchFamily="18" charset="0"/>
              <a:ea typeface="Cousine"/>
            </a:endParaRPr>
          </a:p>
          <a:p>
            <a:pPr marL="800100" lvl="1" indent="-342900">
              <a:buFont typeface="Wingdings" panose="05000000000000000000" pitchFamily="2" charset="2"/>
              <a:buChar char="§"/>
            </a:pPr>
            <a:r>
              <a:rPr lang="en-US" sz="1800" dirty="0">
                <a:latin typeface="Times New Roman" panose="02020603050405020304" pitchFamily="18" charset="0"/>
                <a:ea typeface="Cousine"/>
              </a:rPr>
              <a:t>T</a:t>
            </a:r>
            <a:r>
              <a:rPr lang="vi-VN" sz="1800" dirty="0">
                <a:effectLst/>
                <a:latin typeface="Times New Roman" panose="02020603050405020304" pitchFamily="18" charset="0"/>
                <a:ea typeface="Cousine"/>
              </a:rPr>
              <a:t>ạo</a:t>
            </a:r>
            <a:r>
              <a:rPr lang="vi-VN" sz="1800" spc="-3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ra</a:t>
            </a:r>
            <a:r>
              <a:rPr lang="vi-VN" sz="1800" spc="-3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các</a:t>
            </a:r>
            <a:r>
              <a:rPr lang="vi-VN" sz="1800" spc="-3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biểu</a:t>
            </a:r>
            <a:r>
              <a:rPr lang="vi-VN" sz="1800" spc="-3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đồ</a:t>
            </a:r>
            <a:r>
              <a:rPr lang="vi-VN" sz="1800" spc="-3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xã</a:t>
            </a:r>
            <a:r>
              <a:rPr lang="vi-VN" sz="1800" spc="-3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hội</a:t>
            </a:r>
            <a:r>
              <a:rPr lang="vi-VN" sz="1800" spc="-3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từ</a:t>
            </a:r>
            <a:r>
              <a:rPr lang="vi-VN" sz="1800" spc="-3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các</a:t>
            </a:r>
            <a:r>
              <a:rPr lang="vi-VN" sz="1800" spc="-3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cộng</a:t>
            </a:r>
            <a:r>
              <a:rPr lang="vi-VN" sz="1800" spc="-3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đồng </a:t>
            </a:r>
            <a:endParaRPr lang="en-US" sz="1800" dirty="0">
              <a:effectLst/>
              <a:latin typeface="Times New Roman" panose="02020603050405020304" pitchFamily="18" charset="0"/>
              <a:ea typeface="Cousine"/>
            </a:endParaRPr>
          </a:p>
          <a:p>
            <a:pPr marL="800100" lvl="1" indent="-342900">
              <a:buFont typeface="Wingdings" panose="05000000000000000000" pitchFamily="2" charset="2"/>
              <a:buChar char="§"/>
            </a:pPr>
            <a:r>
              <a:rPr lang="vi-VN" sz="1800" dirty="0">
                <a:effectLst/>
                <a:latin typeface="Times New Roman" panose="02020603050405020304" pitchFamily="18" charset="0"/>
                <a:ea typeface="Cousine"/>
                <a:cs typeface="Cousine"/>
              </a:rPr>
              <a:t>Mỗi cộng đồng có thể có bất kỳ tập hợp cá nhân nào làm thành viên. Có</a:t>
            </a:r>
            <a:r>
              <a:rPr lang="vi-VN" sz="1800" spc="-270"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nghĩa là, các thành viên trong cộng đồng là các tham số của mô</a:t>
            </a:r>
            <a:r>
              <a:rPr lang="vi-VN" sz="1800" spc="-280"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hình.</a:t>
            </a:r>
            <a:endParaRPr lang="en-US" sz="1800" dirty="0">
              <a:effectLst/>
              <a:latin typeface="Cousine"/>
              <a:ea typeface="Cousine"/>
              <a:cs typeface="Cousine"/>
            </a:endParaRPr>
          </a:p>
          <a:p>
            <a:pPr marL="457200" lvl="1" indent="0"/>
            <a:endParaRPr lang="en-US" dirty="0"/>
          </a:p>
        </p:txBody>
      </p:sp>
      <p:pic>
        <p:nvPicPr>
          <p:cNvPr id="8" name="Picture Placeholder 15" descr="Data Points Digital background">
            <a:extLst>
              <a:ext uri="{FF2B5EF4-FFF2-40B4-BE49-F238E27FC236}">
                <a16:creationId xmlns:a16="http://schemas.microsoft.com/office/drawing/2014/main" id="{B7A72D1E-CE51-4AD2-8124-3EFE338BA341}"/>
              </a:ext>
            </a:extLst>
          </p:cNvPr>
          <p:cNvPicPr>
            <a:picLocks noChangeAspect="1"/>
          </p:cNvPicPr>
          <p:nvPr/>
        </p:nvPicPr>
        <p:blipFill rotWithShape="1">
          <a:blip r:embed="rId2" cstate="screen">
            <a:extLst>
              <a:ext uri="{28A0092B-C50C-407E-A947-70E740481C1C}">
                <a14:useLocalDpi xmlns:a14="http://schemas.microsoft.com/office/drawing/2010/main" val="0"/>
              </a:ext>
            </a:extLst>
          </a:blip>
          <a:srcRect l="46084" r="22916" b="-1"/>
          <a:stretch/>
        </p:blipFill>
        <p:spPr>
          <a:xfrm rot="5400000">
            <a:off x="5890979" y="809520"/>
            <a:ext cx="5132388" cy="5132388"/>
          </a:xfrm>
          <a:custGeom>
            <a:avLst/>
            <a:gdLst/>
            <a:ahLst/>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p:spPr>
      </p:pic>
      <p:grpSp>
        <p:nvGrpSpPr>
          <p:cNvPr id="23" name="Group 22">
            <a:extLst>
              <a:ext uri="{FF2B5EF4-FFF2-40B4-BE49-F238E27FC236}">
                <a16:creationId xmlns:a16="http://schemas.microsoft.com/office/drawing/2014/main" id="{183B29DA-9BB8-4BA8-B8E1-8C2B544078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22156" y="4143453"/>
            <a:ext cx="734257" cy="760506"/>
            <a:chOff x="5243759" y="1363788"/>
            <a:chExt cx="734257" cy="760506"/>
          </a:xfrm>
        </p:grpSpPr>
        <p:sp>
          <p:nvSpPr>
            <p:cNvPr id="24" name="Freeform 5">
              <a:extLst>
                <a:ext uri="{FF2B5EF4-FFF2-40B4-BE49-F238E27FC236}">
                  <a16:creationId xmlns:a16="http://schemas.microsoft.com/office/drawing/2014/main" id="{D02496F8-166D-469A-8040-08608013BF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Freeform 6">
              <a:extLst>
                <a:ext uri="{FF2B5EF4-FFF2-40B4-BE49-F238E27FC236}">
                  <a16:creationId xmlns:a16="http://schemas.microsoft.com/office/drawing/2014/main" id="{23E648A7-A02A-4DC7-9FEC-489F1BA6F77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6" name="Freeform 8">
              <a:extLst>
                <a:ext uri="{FF2B5EF4-FFF2-40B4-BE49-F238E27FC236}">
                  <a16:creationId xmlns:a16="http://schemas.microsoft.com/office/drawing/2014/main" id="{4EF573B1-38BC-4C7B-894C-BE3864A04AD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8" name="Oval 27">
            <a:extLst>
              <a:ext uri="{FF2B5EF4-FFF2-40B4-BE49-F238E27FC236}">
                <a16:creationId xmlns:a16="http://schemas.microsoft.com/office/drawing/2014/main" id="{647A77D8-817B-4A9F-86AA-FE781E813D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Date Placeholder 4">
            <a:extLst>
              <a:ext uri="{FF2B5EF4-FFF2-40B4-BE49-F238E27FC236}">
                <a16:creationId xmlns:a16="http://schemas.microsoft.com/office/drawing/2014/main" id="{B8650C76-6F28-47A1-8FDB-71D7FD940800}"/>
              </a:ext>
            </a:extLst>
          </p:cNvPr>
          <p:cNvSpPr>
            <a:spLocks noGrp="1"/>
          </p:cNvSpPr>
          <p:nvPr>
            <p:ph type="dt" sz="half" idx="10"/>
          </p:nvPr>
        </p:nvSpPr>
        <p:spPr>
          <a:xfrm>
            <a:off x="550863" y="6507212"/>
            <a:ext cx="2628900" cy="153888"/>
          </a:xfrm>
        </p:spPr>
        <p:txBody>
          <a:bodyPr vert="horz" wrap="square" lIns="0" tIns="0" rIns="0" bIns="0" rtlCol="0" anchor="ctr">
            <a:normAutofit/>
          </a:bodyPr>
          <a:lstStyle/>
          <a:p>
            <a:pPr>
              <a:spcAft>
                <a:spcPts val="600"/>
              </a:spcAft>
            </a:pPr>
            <a:r>
              <a:rPr lang="en-US">
                <a:solidFill>
                  <a:schemeClr val="tx1">
                    <a:alpha val="80000"/>
                  </a:schemeClr>
                </a:solidFill>
              </a:rPr>
              <a:t>Tuesday, February 2, 20XX</a:t>
            </a:r>
          </a:p>
        </p:txBody>
      </p:sp>
      <p:sp>
        <p:nvSpPr>
          <p:cNvPr id="6" name="Footer Placeholder 5">
            <a:extLst>
              <a:ext uri="{FF2B5EF4-FFF2-40B4-BE49-F238E27FC236}">
                <a16:creationId xmlns:a16="http://schemas.microsoft.com/office/drawing/2014/main" id="{B00B1C96-51E9-46F4-BE33-F42BA97B4395}"/>
              </a:ext>
            </a:extLst>
          </p:cNvPr>
          <p:cNvSpPr>
            <a:spLocks noGrp="1"/>
          </p:cNvSpPr>
          <p:nvPr>
            <p:ph type="ftr" sz="quarter" idx="11"/>
          </p:nvPr>
        </p:nvSpPr>
        <p:spPr>
          <a:xfrm>
            <a:off x="3359150" y="6507212"/>
            <a:ext cx="6379210" cy="153888"/>
          </a:xfrm>
        </p:spPr>
        <p:txBody>
          <a:bodyPr vert="horz" wrap="square" lIns="0" tIns="0" rIns="0" bIns="0" rtlCol="0" anchor="ctr">
            <a:normAutofit/>
          </a:bodyPr>
          <a:lstStyle/>
          <a:p>
            <a:pPr>
              <a:spcAft>
                <a:spcPts val="600"/>
              </a:spcAft>
            </a:pPr>
            <a:r>
              <a:rPr lang="en-US" kern="1200">
                <a:solidFill>
                  <a:schemeClr val="tx1">
                    <a:alpha val="80000"/>
                  </a:schemeClr>
                </a:solidFill>
                <a:latin typeface="+mn-lt"/>
                <a:ea typeface="+mn-ea"/>
                <a:cs typeface="+mn-cs"/>
              </a:rPr>
              <a:t>Sample Footer Text</a:t>
            </a:r>
          </a:p>
        </p:txBody>
      </p:sp>
      <p:sp>
        <p:nvSpPr>
          <p:cNvPr id="7" name="Slide Number Placeholder 6">
            <a:extLst>
              <a:ext uri="{FF2B5EF4-FFF2-40B4-BE49-F238E27FC236}">
                <a16:creationId xmlns:a16="http://schemas.microsoft.com/office/drawing/2014/main" id="{3C444120-3BB7-4A46-839B-F770A17D7823}"/>
              </a:ext>
            </a:extLst>
          </p:cNvPr>
          <p:cNvSpPr>
            <a:spLocks noGrp="1"/>
          </p:cNvSpPr>
          <p:nvPr>
            <p:ph type="sldNum" sz="quarter" idx="12"/>
          </p:nvPr>
        </p:nvSpPr>
        <p:spPr>
          <a:xfrm>
            <a:off x="9948863" y="6507212"/>
            <a:ext cx="1692274" cy="153888"/>
          </a:xfrm>
        </p:spPr>
        <p:txBody>
          <a:bodyPr vert="horz" wrap="square" lIns="0" tIns="0" rIns="0" bIns="0" rtlCol="0" anchor="ctr">
            <a:normAutofit/>
          </a:bodyPr>
          <a:lstStyle/>
          <a:p>
            <a:pPr>
              <a:spcAft>
                <a:spcPts val="600"/>
              </a:spcAft>
            </a:pPr>
            <a:fld id="{DBA1B0FB-D917-4C8C-928F-313BD683BF39}" type="slidenum">
              <a:rPr lang="en-US" smtClean="0">
                <a:solidFill>
                  <a:schemeClr val="tx1">
                    <a:alpha val="80000"/>
                  </a:schemeClr>
                </a:solidFill>
              </a:rPr>
              <a:pPr>
                <a:spcAft>
                  <a:spcPts val="600"/>
                </a:spcAft>
              </a:pPr>
              <a:t>15</a:t>
            </a:fld>
            <a:endParaRPr lang="en-US">
              <a:solidFill>
                <a:schemeClr val="tx1">
                  <a:alpha val="80000"/>
                </a:schemeClr>
              </a:solidFill>
            </a:endParaRPr>
          </a:p>
        </p:txBody>
      </p:sp>
    </p:spTree>
    <p:extLst>
      <p:ext uri="{BB962C8B-B14F-4D97-AF65-F5344CB8AC3E}">
        <p14:creationId xmlns:p14="http://schemas.microsoft.com/office/powerpoint/2010/main" val="3943229106"/>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Effect transition="in" filter="wipe(down)">
                                      <p:cBhvr>
                                        <p:cTn id="7" dur="580">
                                          <p:stCondLst>
                                            <p:cond delay="0"/>
                                          </p:stCondLst>
                                        </p:cTn>
                                        <p:tgtEl>
                                          <p:spTgt spid="12">
                                            <p:txEl>
                                              <p:pRg st="0" end="0"/>
                                            </p:txEl>
                                          </p:spTgt>
                                        </p:tgtEl>
                                      </p:cBhvr>
                                    </p:animEffect>
                                    <p:anim calcmode="lin" valueType="num">
                                      <p:cBhvr>
                                        <p:cTn id="8" dur="1822" tmFilter="0,0; 0.14,0.36; 0.43,0.73; 0.71,0.91; 1.0,1.0">
                                          <p:stCondLst>
                                            <p:cond delay="0"/>
                                          </p:stCondLst>
                                        </p:cTn>
                                        <p:tgtEl>
                                          <p:spTgt spid="12">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2">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2">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2">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2">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12">
                                            <p:txEl>
                                              <p:pRg st="0" end="0"/>
                                            </p:txEl>
                                          </p:spTgt>
                                        </p:tgtEl>
                                      </p:cBhvr>
                                      <p:to x="100000" y="60000"/>
                                    </p:animScale>
                                    <p:animScale>
                                      <p:cBhvr>
                                        <p:cTn id="14" dur="166" decel="50000">
                                          <p:stCondLst>
                                            <p:cond delay="676"/>
                                          </p:stCondLst>
                                        </p:cTn>
                                        <p:tgtEl>
                                          <p:spTgt spid="12">
                                            <p:txEl>
                                              <p:pRg st="0" end="0"/>
                                            </p:txEl>
                                          </p:spTgt>
                                        </p:tgtEl>
                                      </p:cBhvr>
                                      <p:to x="100000" y="100000"/>
                                    </p:animScale>
                                    <p:animScale>
                                      <p:cBhvr>
                                        <p:cTn id="15" dur="26">
                                          <p:stCondLst>
                                            <p:cond delay="1312"/>
                                          </p:stCondLst>
                                        </p:cTn>
                                        <p:tgtEl>
                                          <p:spTgt spid="12">
                                            <p:txEl>
                                              <p:pRg st="0" end="0"/>
                                            </p:txEl>
                                          </p:spTgt>
                                        </p:tgtEl>
                                      </p:cBhvr>
                                      <p:to x="100000" y="80000"/>
                                    </p:animScale>
                                    <p:animScale>
                                      <p:cBhvr>
                                        <p:cTn id="16" dur="166" decel="50000">
                                          <p:stCondLst>
                                            <p:cond delay="1338"/>
                                          </p:stCondLst>
                                        </p:cTn>
                                        <p:tgtEl>
                                          <p:spTgt spid="12">
                                            <p:txEl>
                                              <p:pRg st="0" end="0"/>
                                            </p:txEl>
                                          </p:spTgt>
                                        </p:tgtEl>
                                      </p:cBhvr>
                                      <p:to x="100000" y="100000"/>
                                    </p:animScale>
                                    <p:animScale>
                                      <p:cBhvr>
                                        <p:cTn id="17" dur="26">
                                          <p:stCondLst>
                                            <p:cond delay="1642"/>
                                          </p:stCondLst>
                                        </p:cTn>
                                        <p:tgtEl>
                                          <p:spTgt spid="12">
                                            <p:txEl>
                                              <p:pRg st="0" end="0"/>
                                            </p:txEl>
                                          </p:spTgt>
                                        </p:tgtEl>
                                      </p:cBhvr>
                                      <p:to x="100000" y="90000"/>
                                    </p:animScale>
                                    <p:animScale>
                                      <p:cBhvr>
                                        <p:cTn id="18" dur="166" decel="50000">
                                          <p:stCondLst>
                                            <p:cond delay="1668"/>
                                          </p:stCondLst>
                                        </p:cTn>
                                        <p:tgtEl>
                                          <p:spTgt spid="12">
                                            <p:txEl>
                                              <p:pRg st="0" end="0"/>
                                            </p:txEl>
                                          </p:spTgt>
                                        </p:tgtEl>
                                      </p:cBhvr>
                                      <p:to x="100000" y="100000"/>
                                    </p:animScale>
                                    <p:animScale>
                                      <p:cBhvr>
                                        <p:cTn id="19" dur="26">
                                          <p:stCondLst>
                                            <p:cond delay="1808"/>
                                          </p:stCondLst>
                                        </p:cTn>
                                        <p:tgtEl>
                                          <p:spTgt spid="12">
                                            <p:txEl>
                                              <p:pRg st="0" end="0"/>
                                            </p:txEl>
                                          </p:spTgt>
                                        </p:tgtEl>
                                      </p:cBhvr>
                                      <p:to x="100000" y="95000"/>
                                    </p:animScale>
                                    <p:animScale>
                                      <p:cBhvr>
                                        <p:cTn id="20" dur="166" decel="50000">
                                          <p:stCondLst>
                                            <p:cond delay="1834"/>
                                          </p:stCondLst>
                                        </p:cTn>
                                        <p:tgtEl>
                                          <p:spTgt spid="12">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animEffect transition="in" filter="circle(in)">
                                      <p:cBhvr>
                                        <p:cTn id="25" dur="2000"/>
                                        <p:tgtEl>
                                          <p:spTgt spid="12">
                                            <p:txEl>
                                              <p:pRg st="1" end="1"/>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1" fill="hold" nodeType="clickEffect">
                                  <p:stCondLst>
                                    <p:cond delay="0"/>
                                  </p:stCondLst>
                                  <p:childTnLst>
                                    <p:set>
                                      <p:cBhvr>
                                        <p:cTn id="29" dur="1" fill="hold">
                                          <p:stCondLst>
                                            <p:cond delay="0"/>
                                          </p:stCondLst>
                                        </p:cTn>
                                        <p:tgtEl>
                                          <p:spTgt spid="12">
                                            <p:txEl>
                                              <p:pRg st="2" end="2"/>
                                            </p:txEl>
                                          </p:spTgt>
                                        </p:tgtEl>
                                        <p:attrNameLst>
                                          <p:attrName>style.visibility</p:attrName>
                                        </p:attrNameLst>
                                      </p:cBhvr>
                                      <p:to>
                                        <p:strVal val="visible"/>
                                      </p:to>
                                    </p:set>
                                    <p:animEffect transition="in" filter="wheel(1)">
                                      <p:cBhvr>
                                        <p:cTn id="30" dur="20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998" y="5334748"/>
            <a:ext cx="678135" cy="990000"/>
            <a:chOff x="10490969" y="1448827"/>
            <a:chExt cx="678135" cy="990000"/>
          </a:xfrm>
        </p:grpSpPr>
        <p:sp>
          <p:nvSpPr>
            <p:cNvPr id="16" name="Freeform: Shape 15">
              <a:extLst>
                <a:ext uri="{FF2B5EF4-FFF2-40B4-BE49-F238E27FC236}">
                  <a16:creationId xmlns:a16="http://schemas.microsoft.com/office/drawing/2014/main" id="{02ECB475-568C-47AC-B16D-2E202DEB2D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Oval 16">
              <a:extLst>
                <a:ext uri="{FF2B5EF4-FFF2-40B4-BE49-F238E27FC236}">
                  <a16:creationId xmlns:a16="http://schemas.microsoft.com/office/drawing/2014/main" id="{080D8764-525A-441E-B58F-068E82F097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8" name="Oval 17">
              <a:extLst>
                <a:ext uri="{FF2B5EF4-FFF2-40B4-BE49-F238E27FC236}">
                  <a16:creationId xmlns:a16="http://schemas.microsoft.com/office/drawing/2014/main" id="{11196109-6F2B-4738-B2FC-2CCC753AA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Shape 18">
              <a:extLst>
                <a:ext uri="{FF2B5EF4-FFF2-40B4-BE49-F238E27FC236}">
                  <a16:creationId xmlns:a16="http://schemas.microsoft.com/office/drawing/2014/main" id="{F7E468C2-69B8-470B-85E3-801A3CB1D7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21" name="Rectangle 20">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2054C2-CD2A-4A5A-B8D3-BE5208511072}"/>
              </a:ext>
            </a:extLst>
          </p:cNvPr>
          <p:cNvSpPr>
            <a:spLocks noGrp="1"/>
          </p:cNvSpPr>
          <p:nvPr>
            <p:ph type="title"/>
          </p:nvPr>
        </p:nvSpPr>
        <p:spPr>
          <a:xfrm>
            <a:off x="550863" y="549275"/>
            <a:ext cx="4866263" cy="1084271"/>
          </a:xfrm>
        </p:spPr>
        <p:txBody>
          <a:bodyPr vert="horz" wrap="square" lIns="0" tIns="0" rIns="0" bIns="0" rtlCol="0" anchor="b" anchorCtr="0">
            <a:normAutofit/>
          </a:bodyPr>
          <a:lstStyle/>
          <a:p>
            <a:pPr>
              <a:lnSpc>
                <a:spcPct val="100000"/>
              </a:lnSpc>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10.5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C</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ộng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đồng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chồng</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chéo</a:t>
            </a:r>
            <a:endParaRPr lang="en-US" sz="3200" kern="1200" dirty="0">
              <a:solidFill>
                <a:schemeClr val="tx1"/>
              </a:solidFill>
              <a:latin typeface="+mj-lt"/>
              <a:ea typeface="+mj-ea"/>
              <a:cs typeface="+mj-cs"/>
            </a:endParaRPr>
          </a:p>
        </p:txBody>
      </p:sp>
      <p:sp>
        <p:nvSpPr>
          <p:cNvPr id="4" name="Content Placeholder 3">
            <a:extLst>
              <a:ext uri="{FF2B5EF4-FFF2-40B4-BE49-F238E27FC236}">
                <a16:creationId xmlns:a16="http://schemas.microsoft.com/office/drawing/2014/main" id="{BC38A48B-6698-4358-8999-0CBD051F66E9}"/>
              </a:ext>
            </a:extLst>
          </p:cNvPr>
          <p:cNvSpPr>
            <a:spLocks noGrp="1"/>
          </p:cNvSpPr>
          <p:nvPr>
            <p:ph sz="quarter" idx="15"/>
          </p:nvPr>
        </p:nvSpPr>
        <p:spPr>
          <a:xfrm>
            <a:off x="550863" y="2182822"/>
            <a:ext cx="4672301" cy="3910004"/>
          </a:xfrm>
        </p:spPr>
        <p:txBody>
          <a:bodyPr vert="horz" wrap="square" lIns="0" tIns="0" rIns="0" bIns="0" rtlCol="0" anchor="t">
            <a:normAutofit/>
          </a:bodyPr>
          <a:lstStyle/>
          <a:p>
            <a:pPr marL="57150" indent="-285750">
              <a:buFont typeface="Wingdings" panose="05000000000000000000" pitchFamily="2" charset="2"/>
              <a:buChar char="q"/>
            </a:pPr>
            <a:r>
              <a:rPr lang="en-US" b="1" dirty="0" err="1">
                <a:effectLst/>
                <a:latin typeface="Times New Roman" panose="02020603050405020304" pitchFamily="18" charset="0"/>
                <a:ea typeface="Calibri" panose="020F0502020204030204" pitchFamily="34" charset="0"/>
              </a:rPr>
              <a:t>Ước</a:t>
            </a:r>
            <a:r>
              <a:rPr lang="en-US" b="1" dirty="0">
                <a:effectLst/>
                <a:latin typeface="Times New Roman" panose="02020603050405020304" pitchFamily="18" charset="0"/>
                <a:ea typeface="Calibri" panose="020F0502020204030204" pitchFamily="34" charset="0"/>
              </a:rPr>
              <a:t> </a:t>
            </a:r>
            <a:r>
              <a:rPr lang="en-US" b="1" dirty="0" err="1">
                <a:effectLst/>
                <a:latin typeface="Times New Roman" panose="02020603050405020304" pitchFamily="18" charset="0"/>
                <a:ea typeface="Calibri" panose="020F0502020204030204" pitchFamily="34" charset="0"/>
              </a:rPr>
              <a:t>tính</a:t>
            </a:r>
            <a:r>
              <a:rPr lang="en-US" b="1" dirty="0">
                <a:effectLst/>
                <a:latin typeface="Times New Roman" panose="02020603050405020304" pitchFamily="18" charset="0"/>
                <a:ea typeface="Calibri" panose="020F0502020204030204" pitchFamily="34" charset="0"/>
              </a:rPr>
              <a:t> </a:t>
            </a:r>
            <a:r>
              <a:rPr lang="en-US" b="1" dirty="0" err="1">
                <a:effectLst/>
                <a:latin typeface="Times New Roman" panose="02020603050405020304" pitchFamily="18" charset="0"/>
                <a:ea typeface="Calibri" panose="020F0502020204030204" pitchFamily="34" charset="0"/>
              </a:rPr>
              <a:t>khả</a:t>
            </a:r>
            <a:r>
              <a:rPr lang="en-US" b="1" dirty="0">
                <a:effectLst/>
                <a:latin typeface="Times New Roman" panose="02020603050405020304" pitchFamily="18" charset="0"/>
                <a:ea typeface="Calibri" panose="020F0502020204030204" pitchFamily="34" charset="0"/>
              </a:rPr>
              <a:t> </a:t>
            </a:r>
            <a:r>
              <a:rPr lang="en-US" b="1" dirty="0" err="1">
                <a:effectLst/>
                <a:latin typeface="Times New Roman" panose="02020603050405020304" pitchFamily="18" charset="0"/>
                <a:ea typeface="Calibri" panose="020F0502020204030204" pitchFamily="34" charset="0"/>
              </a:rPr>
              <a:t>năng</a:t>
            </a:r>
            <a:r>
              <a:rPr lang="en-US" b="1" dirty="0">
                <a:effectLst/>
                <a:latin typeface="Times New Roman" panose="02020603050405020304" pitchFamily="18" charset="0"/>
                <a:ea typeface="Calibri" panose="020F0502020204030204" pitchFamily="34" charset="0"/>
              </a:rPr>
              <a:t> </a:t>
            </a:r>
            <a:r>
              <a:rPr lang="en-US" b="1" dirty="0" err="1">
                <a:effectLst/>
                <a:latin typeface="Times New Roman" panose="02020603050405020304" pitchFamily="18" charset="0"/>
                <a:ea typeface="Calibri" panose="020F0502020204030204" pitchFamily="34" charset="0"/>
              </a:rPr>
              <a:t>sảy</a:t>
            </a:r>
            <a:r>
              <a:rPr lang="en-US" b="1" dirty="0">
                <a:effectLst/>
                <a:latin typeface="Times New Roman" panose="02020603050405020304" pitchFamily="18" charset="0"/>
                <a:ea typeface="Calibri" panose="020F0502020204030204" pitchFamily="34" charset="0"/>
              </a:rPr>
              <a:t> </a:t>
            </a:r>
            <a:r>
              <a:rPr lang="en-US" b="1" dirty="0" err="1">
                <a:effectLst/>
                <a:latin typeface="Times New Roman" panose="02020603050405020304" pitchFamily="18" charset="0"/>
                <a:ea typeface="Calibri" panose="020F0502020204030204" pitchFamily="34" charset="0"/>
              </a:rPr>
              <a:t>ra</a:t>
            </a:r>
            <a:r>
              <a:rPr lang="en-US" b="1" dirty="0">
                <a:effectLst/>
                <a:latin typeface="Times New Roman" panose="02020603050405020304" pitchFamily="18" charset="0"/>
                <a:ea typeface="Calibri" panose="020F0502020204030204" pitchFamily="34" charset="0"/>
              </a:rPr>
              <a:t> </a:t>
            </a:r>
            <a:r>
              <a:rPr lang="en-US" b="1" dirty="0" err="1">
                <a:effectLst/>
                <a:latin typeface="Times New Roman" panose="02020603050405020304" pitchFamily="18" charset="0"/>
                <a:ea typeface="Calibri" panose="020F0502020204030204" pitchFamily="34" charset="0"/>
              </a:rPr>
              <a:t>tôi</a:t>
            </a:r>
            <a:r>
              <a:rPr lang="en-US" b="1" dirty="0">
                <a:effectLst/>
                <a:latin typeface="Times New Roman" panose="02020603050405020304" pitchFamily="18" charset="0"/>
                <a:ea typeface="Calibri" panose="020F0502020204030204" pitchFamily="34" charset="0"/>
              </a:rPr>
              <a:t> </a:t>
            </a:r>
            <a:r>
              <a:rPr lang="en-US" b="1" dirty="0" err="1">
                <a:effectLst/>
                <a:latin typeface="Times New Roman" panose="02020603050405020304" pitchFamily="18" charset="0"/>
                <a:ea typeface="Calibri" panose="020F0502020204030204" pitchFamily="34" charset="0"/>
              </a:rPr>
              <a:t>đa</a:t>
            </a:r>
            <a:r>
              <a:rPr lang="en-US" b="1" dirty="0">
                <a:effectLst/>
                <a:latin typeface="Times New Roman" panose="02020603050405020304" pitchFamily="18" charset="0"/>
                <a:ea typeface="Calibri" panose="020F0502020204030204" pitchFamily="34" charset="0"/>
              </a:rPr>
              <a:t>:</a:t>
            </a:r>
          </a:p>
          <a:p>
            <a:pPr marL="800100" lvl="1" indent="-342900" algn="just">
              <a:buFont typeface="Wingdings" panose="05000000000000000000" pitchFamily="2" charset="2"/>
              <a:buChar char="§"/>
            </a:pPr>
            <a:r>
              <a:rPr lang="en-US" sz="1800" dirty="0">
                <a:latin typeface="Times New Roman" panose="02020603050405020304" pitchFamily="18" charset="0"/>
                <a:ea typeface="Cousine"/>
                <a:cs typeface="Times New Roman" panose="02020603050405020304" pitchFamily="18" charset="0"/>
              </a:rPr>
              <a:t>T</a:t>
            </a:r>
            <a:r>
              <a:rPr lang="vi-VN" sz="1800" dirty="0">
                <a:effectLst/>
                <a:latin typeface="Times New Roman" panose="02020603050405020304" pitchFamily="18" charset="0"/>
                <a:ea typeface="Cousine"/>
                <a:cs typeface="Times New Roman" panose="02020603050405020304" pitchFamily="18" charset="0"/>
              </a:rPr>
              <a:t>ính</a:t>
            </a:r>
            <a:r>
              <a:rPr lang="vi-VN" sz="1800" spc="-15"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toán</a:t>
            </a:r>
            <a:r>
              <a:rPr lang="vi-VN" sz="1800" spc="-20"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xác</a:t>
            </a:r>
            <a:r>
              <a:rPr lang="vi-VN" sz="1800" spc="-15"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suất mà dữ liệu quan sát được sẽ được tạo ra, như một hàm của tất cả các lựa chọn giá trị</a:t>
            </a:r>
            <a:r>
              <a:rPr lang="vi-VN" sz="1800" spc="-20"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tham</a:t>
            </a:r>
            <a:r>
              <a:rPr lang="vi-VN" sz="1800" spc="-15"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số</a:t>
            </a:r>
            <a:r>
              <a:rPr lang="vi-VN" sz="1800" spc="-15"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mà</a:t>
            </a:r>
            <a:r>
              <a:rPr lang="vi-VN" sz="1800" spc="-15"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mô</a:t>
            </a:r>
            <a:r>
              <a:rPr lang="vi-VN" sz="1800" spc="-15"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hình</a:t>
            </a:r>
            <a:r>
              <a:rPr lang="vi-VN" sz="1800" spc="-15"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cho</a:t>
            </a:r>
            <a:r>
              <a:rPr lang="vi-VN" sz="1800" spc="-15"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phép</a:t>
            </a:r>
            <a:r>
              <a:rPr lang="vi-VN" sz="1800" spc="-15" dirty="0">
                <a:effectLst/>
                <a:latin typeface="Times New Roman" panose="02020603050405020304" pitchFamily="18" charset="0"/>
                <a:ea typeface="Cousine"/>
                <a:cs typeface="Times New Roman" panose="02020603050405020304" pitchFamily="18" charset="0"/>
              </a:rPr>
              <a:t> </a:t>
            </a:r>
            <a:endParaRPr lang="en-US" sz="1800" spc="-15" dirty="0">
              <a:latin typeface="Times New Roman" panose="02020603050405020304" pitchFamily="18" charset="0"/>
              <a:ea typeface="Cousine"/>
              <a:cs typeface="Times New Roman" panose="02020603050405020304" pitchFamily="18" charset="0"/>
            </a:endParaRPr>
          </a:p>
          <a:p>
            <a:pPr marL="800100" lvl="1" indent="-342900" algn="just">
              <a:buFont typeface="Wingdings" panose="05000000000000000000" pitchFamily="2" charset="2"/>
              <a:buChar char="§"/>
            </a:pPr>
            <a:r>
              <a:rPr lang="vi-VN" sz="1800" dirty="0">
                <a:effectLst/>
                <a:latin typeface="Times New Roman" panose="02020603050405020304" pitchFamily="18" charset="0"/>
                <a:ea typeface="Cousine"/>
                <a:cs typeface="Times New Roman" panose="02020603050405020304" pitchFamily="18" charset="0"/>
              </a:rPr>
              <a:t>Các</a:t>
            </a:r>
            <a:r>
              <a:rPr lang="vi-VN" sz="1800" spc="-15"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giá</a:t>
            </a:r>
            <a:r>
              <a:rPr lang="vi-VN" sz="1800" spc="-15"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trị</a:t>
            </a:r>
            <a:r>
              <a:rPr lang="vi-VN" sz="1800" spc="-15"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mang</a:t>
            </a:r>
            <a:r>
              <a:rPr lang="vi-VN" sz="1800" spc="-15"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lại</a:t>
            </a:r>
            <a:r>
              <a:rPr lang="vi-VN" sz="1800" spc="-15"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xác</a:t>
            </a:r>
            <a:r>
              <a:rPr lang="vi-VN" sz="1800" spc="-15"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suất</a:t>
            </a:r>
            <a:r>
              <a:rPr lang="vi-VN" sz="1800" spc="-15"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cao</a:t>
            </a:r>
            <a:r>
              <a:rPr lang="vi-VN" sz="1800" spc="-20"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nhất</a:t>
            </a:r>
            <a:r>
              <a:rPr lang="vi-VN" sz="1800" spc="-15"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được</a:t>
            </a:r>
            <a:r>
              <a:rPr lang="vi-VN" sz="1800" spc="-15"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giả định là đúng và được gọi là ước tính khả năng xảy ra tối đa</a:t>
            </a:r>
            <a:r>
              <a:rPr lang="vi-VN" sz="1800" spc="-160" dirty="0">
                <a:effectLst/>
                <a:latin typeface="Times New Roman" panose="02020603050405020304" pitchFamily="18" charset="0"/>
                <a:ea typeface="Cousine"/>
                <a:cs typeface="Times New Roman" panose="02020603050405020304" pitchFamily="18" charset="0"/>
              </a:rPr>
              <a:t> </a:t>
            </a:r>
            <a:r>
              <a:rPr lang="vi-VN" sz="1800" dirty="0">
                <a:effectLst/>
                <a:latin typeface="Times New Roman" panose="02020603050405020304" pitchFamily="18" charset="0"/>
                <a:ea typeface="Cousine"/>
                <a:cs typeface="Times New Roman" panose="02020603050405020304" pitchFamily="18" charset="0"/>
              </a:rPr>
              <a:t>(MLE).</a:t>
            </a:r>
            <a:endParaRPr lang="en-US" sz="1800" dirty="0">
              <a:effectLst/>
              <a:latin typeface="Times New Roman" panose="02020603050405020304" pitchFamily="18" charset="0"/>
              <a:ea typeface="Cousine"/>
              <a:cs typeface="Times New Roman" panose="02020603050405020304" pitchFamily="18" charset="0"/>
            </a:endParaRPr>
          </a:p>
          <a:p>
            <a:pPr marL="800100" lvl="1" indent="-342900">
              <a:buFont typeface="Wingdings" panose="05000000000000000000" pitchFamily="2" charset="2"/>
              <a:buChar char="§"/>
            </a:pPr>
            <a:endParaRPr lang="en-US" dirty="0"/>
          </a:p>
        </p:txBody>
      </p:sp>
      <p:sp>
        <p:nvSpPr>
          <p:cNvPr id="5" name="Date Placeholder 4">
            <a:extLst>
              <a:ext uri="{FF2B5EF4-FFF2-40B4-BE49-F238E27FC236}">
                <a16:creationId xmlns:a16="http://schemas.microsoft.com/office/drawing/2014/main" id="{3A8C45D4-59D7-42E6-BEF2-6DA2E9B2DDAC}"/>
              </a:ext>
            </a:extLst>
          </p:cNvPr>
          <p:cNvSpPr>
            <a:spLocks noGrp="1"/>
          </p:cNvSpPr>
          <p:nvPr>
            <p:ph type="dt" sz="half" idx="10"/>
          </p:nvPr>
        </p:nvSpPr>
        <p:spPr>
          <a:xfrm>
            <a:off x="550863" y="6507212"/>
            <a:ext cx="2628900" cy="153888"/>
          </a:xfrm>
        </p:spPr>
        <p:txBody>
          <a:bodyPr vert="horz" wrap="square" lIns="0" tIns="0" rIns="0" bIns="0" rtlCol="0" anchor="ctr">
            <a:normAutofit/>
          </a:bodyPr>
          <a:lstStyle/>
          <a:p>
            <a:pPr>
              <a:spcAft>
                <a:spcPts val="600"/>
              </a:spcAft>
            </a:pPr>
            <a:r>
              <a:rPr lang="en-US">
                <a:solidFill>
                  <a:schemeClr val="tx1">
                    <a:alpha val="80000"/>
                  </a:schemeClr>
                </a:solidFill>
              </a:rPr>
              <a:t>Tuesday, February 2, 20XX</a:t>
            </a:r>
          </a:p>
        </p:txBody>
      </p:sp>
      <p:pic>
        <p:nvPicPr>
          <p:cNvPr id="10" name="Picture Placeholder 15" descr="Data Points Digital background">
            <a:extLst>
              <a:ext uri="{FF2B5EF4-FFF2-40B4-BE49-F238E27FC236}">
                <a16:creationId xmlns:a16="http://schemas.microsoft.com/office/drawing/2014/main" id="{E1DBA4C4-9D8F-4FD0-8635-AD829BD88734}"/>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l="32730" r="32730" b="-1"/>
          <a:stretch/>
        </p:blipFill>
        <p:spPr>
          <a:xfrm>
            <a:off x="5487523" y="10"/>
            <a:ext cx="6704478" cy="6857990"/>
          </a:xfrm>
          <a:custGeom>
            <a:avLst/>
            <a:gdLst/>
            <a:ahLst/>
            <a:cxnLst/>
            <a:rect l="l" t="t" r="r" b="b"/>
            <a:pathLst>
              <a:path w="7641102" h="6858000">
                <a:moveTo>
                  <a:pt x="0" y="0"/>
                </a:moveTo>
                <a:lnTo>
                  <a:pt x="7641102" y="0"/>
                </a:lnTo>
                <a:lnTo>
                  <a:pt x="7641102" y="6858000"/>
                </a:lnTo>
                <a:lnTo>
                  <a:pt x="0" y="6858000"/>
                </a:lnTo>
                <a:close/>
              </a:path>
            </a:pathLst>
          </a:custGeom>
        </p:spPr>
      </p:pic>
      <p:sp>
        <p:nvSpPr>
          <p:cNvPr id="23" name="Rectangle 22">
            <a:extLst>
              <a:ext uri="{FF2B5EF4-FFF2-40B4-BE49-F238E27FC236}">
                <a16:creationId xmlns:a16="http://schemas.microsoft.com/office/drawing/2014/main" id="{6FF3A87B-2255-45E0-A551-C11FAF9329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50898" y="5773729"/>
            <a:ext cx="7641102" cy="1084271"/>
          </a:xfrm>
          <a:prstGeom prst="rect">
            <a:avLst/>
          </a:prstGeom>
          <a:gradFill flip="none" rotWithShape="1">
            <a:gsLst>
              <a:gs pos="100000">
                <a:schemeClr val="bg2">
                  <a:alpha val="60000"/>
                </a:schemeClr>
              </a:gs>
              <a:gs pos="40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ooter Placeholder 5">
            <a:extLst>
              <a:ext uri="{FF2B5EF4-FFF2-40B4-BE49-F238E27FC236}">
                <a16:creationId xmlns:a16="http://schemas.microsoft.com/office/drawing/2014/main" id="{6D41F278-53BA-40E4-A001-409FDA944546}"/>
              </a:ext>
            </a:extLst>
          </p:cNvPr>
          <p:cNvSpPr>
            <a:spLocks noGrp="1"/>
          </p:cNvSpPr>
          <p:nvPr>
            <p:ph type="ftr" sz="quarter" idx="11"/>
          </p:nvPr>
        </p:nvSpPr>
        <p:spPr>
          <a:xfrm>
            <a:off x="3359150" y="6507212"/>
            <a:ext cx="6379210" cy="153888"/>
          </a:xfrm>
        </p:spPr>
        <p:txBody>
          <a:bodyPr vert="horz" wrap="square" lIns="0" tIns="0" rIns="0" bIns="0" rtlCol="0" anchor="ctr">
            <a:normAutofit/>
          </a:bodyPr>
          <a:lstStyle/>
          <a:p>
            <a:pPr>
              <a:spcAft>
                <a:spcPts val="600"/>
              </a:spcAft>
            </a:pPr>
            <a:r>
              <a:rPr lang="en-US" kern="1200">
                <a:solidFill>
                  <a:schemeClr val="tx1">
                    <a:alpha val="80000"/>
                  </a:schemeClr>
                </a:solidFill>
                <a:latin typeface="+mn-lt"/>
                <a:ea typeface="+mn-ea"/>
                <a:cs typeface="+mn-cs"/>
              </a:rPr>
              <a:t>Sample Footer Text</a:t>
            </a:r>
          </a:p>
        </p:txBody>
      </p:sp>
      <p:sp>
        <p:nvSpPr>
          <p:cNvPr id="7" name="Slide Number Placeholder 6">
            <a:extLst>
              <a:ext uri="{FF2B5EF4-FFF2-40B4-BE49-F238E27FC236}">
                <a16:creationId xmlns:a16="http://schemas.microsoft.com/office/drawing/2014/main" id="{729BC023-3445-451F-92AD-223F1D11D317}"/>
              </a:ext>
            </a:extLst>
          </p:cNvPr>
          <p:cNvSpPr>
            <a:spLocks noGrp="1"/>
          </p:cNvSpPr>
          <p:nvPr>
            <p:ph type="sldNum" sz="quarter" idx="12"/>
          </p:nvPr>
        </p:nvSpPr>
        <p:spPr>
          <a:xfrm>
            <a:off x="9948863" y="6507212"/>
            <a:ext cx="1692274" cy="153888"/>
          </a:xfrm>
        </p:spPr>
        <p:txBody>
          <a:bodyPr vert="horz" wrap="square" lIns="0" tIns="0" rIns="0" bIns="0" rtlCol="0" anchor="ctr">
            <a:normAutofit/>
          </a:bodyPr>
          <a:lstStyle/>
          <a:p>
            <a:pPr>
              <a:spcAft>
                <a:spcPts val="600"/>
              </a:spcAft>
            </a:pPr>
            <a:fld id="{DBA1B0FB-D917-4C8C-928F-313BD683BF39}" type="slidenum">
              <a:rPr lang="en-US" smtClean="0">
                <a:solidFill>
                  <a:schemeClr val="tx1">
                    <a:alpha val="80000"/>
                  </a:schemeClr>
                </a:solidFill>
              </a:rPr>
              <a:pPr>
                <a:spcAft>
                  <a:spcPts val="600"/>
                </a:spcAft>
              </a:pPr>
              <a:t>16</a:t>
            </a:fld>
            <a:endParaRPr lang="en-US">
              <a:solidFill>
                <a:schemeClr val="tx1">
                  <a:alpha val="80000"/>
                </a:schemeClr>
              </a:solidFill>
            </a:endParaRPr>
          </a:p>
        </p:txBody>
      </p:sp>
    </p:spTree>
    <p:extLst>
      <p:ext uri="{BB962C8B-B14F-4D97-AF65-F5344CB8AC3E}">
        <p14:creationId xmlns:p14="http://schemas.microsoft.com/office/powerpoint/2010/main" val="253846273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fill="hold"/>
                                        <p:tgtEl>
                                          <p:spTgt spid="4">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4">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4">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5"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 calcmode="lin" valueType="num">
                                      <p:cBhvr>
                                        <p:cTn id="14" dur="1000" fill="hold"/>
                                        <p:tgtEl>
                                          <p:spTgt spid="4">
                                            <p:txEl>
                                              <p:pRg st="1" end="1"/>
                                            </p:txEl>
                                          </p:spTgt>
                                        </p:tgtEl>
                                        <p:attrNameLst>
                                          <p:attrName>ppt_w</p:attrName>
                                        </p:attrNameLst>
                                      </p:cBhvr>
                                      <p:tavLst>
                                        <p:tav tm="0">
                                          <p:val>
                                            <p:strVal val="#ppt_w*0.70"/>
                                          </p:val>
                                        </p:tav>
                                        <p:tav tm="100000">
                                          <p:val>
                                            <p:strVal val="#ppt_w"/>
                                          </p:val>
                                        </p:tav>
                                      </p:tavLst>
                                    </p:anim>
                                    <p:anim calcmode="lin" valueType="num">
                                      <p:cBhvr>
                                        <p:cTn id="15" dur="1000" fill="hold"/>
                                        <p:tgtEl>
                                          <p:spTgt spid="4">
                                            <p:txEl>
                                              <p:pRg st="1" end="1"/>
                                            </p:txEl>
                                          </p:spTgt>
                                        </p:tgtEl>
                                        <p:attrNameLst>
                                          <p:attrName>ppt_h</p:attrName>
                                        </p:attrNameLst>
                                      </p:cBhvr>
                                      <p:tavLst>
                                        <p:tav tm="0">
                                          <p:val>
                                            <p:strVal val="#ppt_h"/>
                                          </p:val>
                                        </p:tav>
                                        <p:tav tm="100000">
                                          <p:val>
                                            <p:strVal val="#ppt_h"/>
                                          </p:val>
                                        </p:tav>
                                      </p:tavLst>
                                    </p:anim>
                                    <p:animEffect transition="in" filter="fade">
                                      <p:cBhvr>
                                        <p:cTn id="16" dur="1000"/>
                                        <p:tgtEl>
                                          <p:spTgt spid="4">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9" presetClass="entr" presetSubtype="0" decel="100000" fill="hold"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 calcmode="lin" valueType="num">
                                      <p:cBhvr>
                                        <p:cTn id="21" dur="500" fill="hold"/>
                                        <p:tgtEl>
                                          <p:spTgt spid="4">
                                            <p:txEl>
                                              <p:pRg st="2" end="2"/>
                                            </p:txEl>
                                          </p:spTgt>
                                        </p:tgtEl>
                                        <p:attrNameLst>
                                          <p:attrName>ppt_w</p:attrName>
                                        </p:attrNameLst>
                                      </p:cBhvr>
                                      <p:tavLst>
                                        <p:tav tm="0">
                                          <p:val>
                                            <p:fltVal val="0"/>
                                          </p:val>
                                        </p:tav>
                                        <p:tav tm="100000">
                                          <p:val>
                                            <p:strVal val="#ppt_w"/>
                                          </p:val>
                                        </p:tav>
                                      </p:tavLst>
                                    </p:anim>
                                    <p:anim calcmode="lin" valueType="num">
                                      <p:cBhvr>
                                        <p:cTn id="22" dur="500" fill="hold"/>
                                        <p:tgtEl>
                                          <p:spTgt spid="4">
                                            <p:txEl>
                                              <p:pRg st="2" end="2"/>
                                            </p:txEl>
                                          </p:spTgt>
                                        </p:tgtEl>
                                        <p:attrNameLst>
                                          <p:attrName>ppt_h</p:attrName>
                                        </p:attrNameLst>
                                      </p:cBhvr>
                                      <p:tavLst>
                                        <p:tav tm="0">
                                          <p:val>
                                            <p:fltVal val="0"/>
                                          </p:val>
                                        </p:tav>
                                        <p:tav tm="100000">
                                          <p:val>
                                            <p:strVal val="#ppt_h"/>
                                          </p:val>
                                        </p:tav>
                                      </p:tavLst>
                                    </p:anim>
                                    <p:anim calcmode="lin" valueType="num">
                                      <p:cBhvr>
                                        <p:cTn id="23" dur="500" fill="hold"/>
                                        <p:tgtEl>
                                          <p:spTgt spid="4">
                                            <p:txEl>
                                              <p:pRg st="2" end="2"/>
                                            </p:txEl>
                                          </p:spTgt>
                                        </p:tgtEl>
                                        <p:attrNameLst>
                                          <p:attrName>style.rotation</p:attrName>
                                        </p:attrNameLst>
                                      </p:cBhvr>
                                      <p:tavLst>
                                        <p:tav tm="0">
                                          <p:val>
                                            <p:fltVal val="360"/>
                                          </p:val>
                                        </p:tav>
                                        <p:tav tm="100000">
                                          <p:val>
                                            <p:fltVal val="0"/>
                                          </p:val>
                                        </p:tav>
                                      </p:tavLst>
                                    </p:anim>
                                    <p:animEffect transition="in" filter="fade">
                                      <p:cBhvr>
                                        <p:cTn id="24"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 name="Oval 16">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oup 20">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22" name="Freeform: Shape 21">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4" name="Oval 23">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27" name="Rectangle 26">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Placeholder 15" descr="Data Points Digital background">
            <a:extLst>
              <a:ext uri="{FF2B5EF4-FFF2-40B4-BE49-F238E27FC236}">
                <a16:creationId xmlns:a16="http://schemas.microsoft.com/office/drawing/2014/main" id="{E0E0BDC9-A3D5-4884-B681-A491887F9A5D}"/>
              </a:ext>
            </a:extLst>
          </p:cNvPr>
          <p:cNvPicPr>
            <a:picLocks noGrp="1" noChangeAspect="1"/>
          </p:cNvPicPr>
          <p:nvPr>
            <p:ph sz="quarter" idx="15"/>
          </p:nvPr>
        </p:nvPicPr>
        <p:blipFill rotWithShape="1">
          <a:blip r:embed="rId2" cstate="screen">
            <a:extLst>
              <a:ext uri="{28A0092B-C50C-407E-A947-70E740481C1C}">
                <a14:useLocalDpi xmlns:a14="http://schemas.microsoft.com/office/drawing/2010/main" val="0"/>
              </a:ext>
            </a:extLst>
          </a:blip>
          <a:srcRect l="22445" r="22444" b="-1"/>
          <a:stretch/>
        </p:blipFill>
        <p:spPr>
          <a:xfrm>
            <a:off x="20" y="1"/>
            <a:ext cx="1219198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29" name="Rectangle 28">
            <a:extLst>
              <a:ext uri="{FF2B5EF4-FFF2-40B4-BE49-F238E27FC236}">
                <a16:creationId xmlns:a16="http://schemas.microsoft.com/office/drawing/2014/main" id="{AD4EA4DF-0E7C-4098-86F6-7D0ACAEFC0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7859713"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FE05BC49-0F00-4C85-9AF5-A0CC5B39C8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3E91B9FA-6E76-4A81-A3EF-8ECFBEC0FE4F}"/>
              </a:ext>
            </a:extLst>
          </p:cNvPr>
          <p:cNvSpPr>
            <a:spLocks noGrp="1"/>
          </p:cNvSpPr>
          <p:nvPr>
            <p:ph type="dt" sz="half" idx="10"/>
          </p:nvPr>
        </p:nvSpPr>
        <p:spPr>
          <a:xfrm>
            <a:off x="550863" y="6507212"/>
            <a:ext cx="2628900" cy="153888"/>
          </a:xfrm>
        </p:spPr>
        <p:txBody>
          <a:bodyPr vert="horz" wrap="square" lIns="0" tIns="0" rIns="0" bIns="0" rtlCol="0" anchor="ctr">
            <a:normAutofit/>
          </a:bodyPr>
          <a:lstStyle/>
          <a:p>
            <a:pPr>
              <a:spcAft>
                <a:spcPts val="600"/>
              </a:spcAft>
            </a:pPr>
            <a:r>
              <a:rPr lang="en-US">
                <a:solidFill>
                  <a:schemeClr val="tx1">
                    <a:alpha val="80000"/>
                  </a:schemeClr>
                </a:solidFill>
              </a:rPr>
              <a:t>Tuesday, February 2, 20XX</a:t>
            </a:r>
          </a:p>
        </p:txBody>
      </p:sp>
      <p:sp>
        <p:nvSpPr>
          <p:cNvPr id="6" name="Footer Placeholder 5">
            <a:extLst>
              <a:ext uri="{FF2B5EF4-FFF2-40B4-BE49-F238E27FC236}">
                <a16:creationId xmlns:a16="http://schemas.microsoft.com/office/drawing/2014/main" id="{3F5931BE-A5B0-496F-A0CA-EFEB4A8A71E8}"/>
              </a:ext>
            </a:extLst>
          </p:cNvPr>
          <p:cNvSpPr>
            <a:spLocks noGrp="1"/>
          </p:cNvSpPr>
          <p:nvPr>
            <p:ph type="ftr" sz="quarter" idx="11"/>
          </p:nvPr>
        </p:nvSpPr>
        <p:spPr>
          <a:xfrm>
            <a:off x="3359150" y="6507212"/>
            <a:ext cx="6379210" cy="153888"/>
          </a:xfrm>
        </p:spPr>
        <p:txBody>
          <a:bodyPr vert="horz" wrap="square" lIns="0" tIns="0" rIns="0" bIns="0" rtlCol="0" anchor="ctr">
            <a:normAutofit/>
          </a:bodyPr>
          <a:lstStyle/>
          <a:p>
            <a:pPr>
              <a:spcAft>
                <a:spcPts val="600"/>
              </a:spcAft>
            </a:pPr>
            <a:r>
              <a:rPr lang="en-US" kern="1200">
                <a:solidFill>
                  <a:schemeClr val="tx1">
                    <a:alpha val="80000"/>
                  </a:schemeClr>
                </a:solidFill>
                <a:latin typeface="+mn-lt"/>
                <a:ea typeface="+mn-ea"/>
                <a:cs typeface="+mn-cs"/>
              </a:rPr>
              <a:t>Sample Footer Text</a:t>
            </a:r>
          </a:p>
        </p:txBody>
      </p:sp>
      <p:sp>
        <p:nvSpPr>
          <p:cNvPr id="7" name="Slide Number Placeholder 6">
            <a:extLst>
              <a:ext uri="{FF2B5EF4-FFF2-40B4-BE49-F238E27FC236}">
                <a16:creationId xmlns:a16="http://schemas.microsoft.com/office/drawing/2014/main" id="{11B444CF-EAEC-424E-9B1A-C5E883934667}"/>
              </a:ext>
            </a:extLst>
          </p:cNvPr>
          <p:cNvSpPr>
            <a:spLocks noGrp="1"/>
          </p:cNvSpPr>
          <p:nvPr>
            <p:ph type="sldNum" sz="quarter" idx="12"/>
          </p:nvPr>
        </p:nvSpPr>
        <p:spPr>
          <a:xfrm>
            <a:off x="9948863" y="6507212"/>
            <a:ext cx="1692274" cy="153888"/>
          </a:xfrm>
        </p:spPr>
        <p:txBody>
          <a:bodyPr vert="horz" wrap="square" lIns="0" tIns="0" rIns="0" bIns="0" rtlCol="0" anchor="ctr">
            <a:normAutofit/>
          </a:bodyPr>
          <a:lstStyle/>
          <a:p>
            <a:pPr>
              <a:spcAft>
                <a:spcPts val="600"/>
              </a:spcAft>
            </a:pPr>
            <a:fld id="{DBA1B0FB-D917-4C8C-928F-313BD683BF39}" type="slidenum">
              <a:rPr lang="en-US" smtClean="0">
                <a:solidFill>
                  <a:schemeClr val="tx1">
                    <a:alpha val="80000"/>
                  </a:schemeClr>
                </a:solidFill>
              </a:rPr>
              <a:pPr>
                <a:spcAft>
                  <a:spcPts val="600"/>
                </a:spcAft>
              </a:pPr>
              <a:t>17</a:t>
            </a:fld>
            <a:endParaRPr lang="en-US">
              <a:solidFill>
                <a:schemeClr val="tx1">
                  <a:alpha val="80000"/>
                </a:schemeClr>
              </a:solidFill>
            </a:endParaRPr>
          </a:p>
        </p:txBody>
      </p:sp>
      <p:sp>
        <p:nvSpPr>
          <p:cNvPr id="26" name="Title 1">
            <a:extLst>
              <a:ext uri="{FF2B5EF4-FFF2-40B4-BE49-F238E27FC236}">
                <a16:creationId xmlns:a16="http://schemas.microsoft.com/office/drawing/2014/main" id="{FC1A6ADF-CD95-4FF7-8218-2ED7AA3AD2D7}"/>
              </a:ext>
            </a:extLst>
          </p:cNvPr>
          <p:cNvSpPr txBox="1">
            <a:spLocks/>
          </p:cNvSpPr>
          <p:nvPr/>
        </p:nvSpPr>
        <p:spPr>
          <a:xfrm>
            <a:off x="550863" y="549275"/>
            <a:ext cx="4848385" cy="1071707"/>
          </a:xfrm>
          <a:prstGeom prst="rect">
            <a:avLst/>
          </a:prstGeom>
        </p:spPr>
        <p:txBody>
          <a:bodyPr vert="horz" wrap="square" lIns="0" tIns="0" rIns="0" bIns="0" rtlCol="0" anchor="b" anchorCtr="0">
            <a:normAutofit/>
          </a:bodyPr>
          <a:lst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a:lstStyle>
          <a:p>
            <a:pPr>
              <a:lnSpc>
                <a:spcPct val="100000"/>
              </a:lnSpc>
            </a:pPr>
            <a:r>
              <a:rPr lang="en-US" sz="3200" b="1" dirty="0">
                <a:latin typeface="Times New Roman" panose="02020603050405020304" pitchFamily="18" charset="0"/>
                <a:ea typeface="Calibri" panose="020F0502020204030204" pitchFamily="34" charset="0"/>
                <a:cs typeface="Times New Roman" panose="02020603050405020304" pitchFamily="18" charset="0"/>
              </a:rPr>
              <a:t>10.5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Cộng</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đồng</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chồng</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chéo</a:t>
            </a:r>
            <a:endParaRPr lang="en-US" sz="3200" dirty="0"/>
          </a:p>
        </p:txBody>
      </p:sp>
      <p:sp>
        <p:nvSpPr>
          <p:cNvPr id="12" name="TextBox 11">
            <a:extLst>
              <a:ext uri="{FF2B5EF4-FFF2-40B4-BE49-F238E27FC236}">
                <a16:creationId xmlns:a16="http://schemas.microsoft.com/office/drawing/2014/main" id="{A42F55DF-EAD9-400F-A32E-2C3DB78A647E}"/>
              </a:ext>
            </a:extLst>
          </p:cNvPr>
          <p:cNvSpPr txBox="1"/>
          <p:nvPr/>
        </p:nvSpPr>
        <p:spPr>
          <a:xfrm>
            <a:off x="550863" y="2490993"/>
            <a:ext cx="11090274" cy="2616101"/>
          </a:xfrm>
          <a:prstGeom prst="rect">
            <a:avLst/>
          </a:prstGeom>
          <a:noFill/>
        </p:spPr>
        <p:txBody>
          <a:bodyPr wrap="square" rtlCol="0">
            <a:spAutoFit/>
          </a:bodyPr>
          <a:lstStyle/>
          <a:p>
            <a:pPr marL="285750" indent="-285750">
              <a:buFont typeface="Wingdings" panose="05000000000000000000" pitchFamily="2" charset="2"/>
              <a:buChar char="q"/>
            </a:pPr>
            <a:r>
              <a:rPr lang="vi-VN" sz="2000" b="1" dirty="0">
                <a:effectLst/>
                <a:latin typeface="Times New Roman" panose="02020603050405020304" pitchFamily="18" charset="0"/>
                <a:ea typeface="Cousine"/>
              </a:rPr>
              <a:t>Cải thiện mô hình cộng đồng theo sức mạnh của thành viên: </a:t>
            </a:r>
            <a:endParaRPr lang="en-US" sz="2000" b="1" dirty="0">
              <a:effectLst/>
              <a:latin typeface="Times New Roman" panose="02020603050405020304" pitchFamily="18" charset="0"/>
              <a:ea typeface="Cousine"/>
            </a:endParaRPr>
          </a:p>
          <a:p>
            <a:pPr marL="285750" indent="-285750">
              <a:buFont typeface="Wingdings" panose="05000000000000000000" pitchFamily="2" charset="2"/>
              <a:buChar char="q"/>
            </a:pPr>
            <a:endParaRPr lang="en-US" sz="1800" dirty="0">
              <a:effectLst/>
              <a:latin typeface="Times New Roman" panose="02020603050405020304" pitchFamily="18" charset="0"/>
              <a:ea typeface="Cousine"/>
            </a:endParaRPr>
          </a:p>
          <a:p>
            <a:pPr marL="742950" lvl="1" indent="-285750">
              <a:buFont typeface="Wingdings" panose="05000000000000000000" pitchFamily="2" charset="2"/>
              <a:buChar char="§"/>
            </a:pPr>
            <a:r>
              <a:rPr lang="en-US" dirty="0">
                <a:latin typeface="Times New Roman" panose="02020603050405020304" pitchFamily="18" charset="0"/>
                <a:ea typeface="Cousine"/>
              </a:rPr>
              <a:t>T</a:t>
            </a:r>
            <a:r>
              <a:rPr lang="vi-VN" dirty="0">
                <a:effectLst/>
                <a:latin typeface="Times New Roman" panose="02020603050405020304" pitchFamily="18" charset="0"/>
                <a:ea typeface="Cousine"/>
              </a:rPr>
              <a:t>a có thể giải quyết vấn đề tìm MLE của các cộng đồng trong biểu đồ xã hội bằng cách giả định các cá nhân có sức mạnh thành viên trong mỗi cộng đồng, có thể là 0 nếu họ không phải là thành viên.</a:t>
            </a:r>
            <a:endParaRPr lang="en-US" dirty="0">
              <a:effectLst/>
              <a:latin typeface="Times New Roman" panose="02020603050405020304" pitchFamily="18" charset="0"/>
              <a:ea typeface="Cousine"/>
            </a:endParaRPr>
          </a:p>
          <a:p>
            <a:pPr marL="742950" lvl="1" indent="-285750">
              <a:buFont typeface="Wingdings" panose="05000000000000000000" pitchFamily="2" charset="2"/>
              <a:buChar char="§"/>
            </a:pPr>
            <a:endParaRPr lang="en-US" dirty="0">
              <a:latin typeface="Times New Roman" panose="02020603050405020304" pitchFamily="18" charset="0"/>
            </a:endParaRPr>
          </a:p>
          <a:p>
            <a:pPr marL="742950" lvl="1" indent="-285750">
              <a:buFont typeface="Wingdings" panose="05000000000000000000" pitchFamily="2" charset="2"/>
              <a:buChar char="§"/>
            </a:pPr>
            <a:r>
              <a:rPr lang="vi-VN" sz="1800" dirty="0">
                <a:effectLst/>
                <a:latin typeface="Times New Roman" panose="02020603050405020304" pitchFamily="18" charset="0"/>
                <a:ea typeface="Cousine"/>
                <a:cs typeface="Cousine"/>
              </a:rPr>
              <a:t>Nếu chúng ta xác định xác suất của một cạnh giữa hai nút là một hàm của sức mạnh thành viên của chúng trong cộng đồng chung của chúng, chúng ta có thể biến bài toán tìm MLE thành một bài toán liên tục và giải nó bằng cách sử dụng gradient descent.</a:t>
            </a:r>
            <a:endParaRPr lang="en-US" sz="1800" dirty="0">
              <a:effectLst/>
              <a:latin typeface="Cousine"/>
              <a:ea typeface="Cousine"/>
              <a:cs typeface="Cousine"/>
            </a:endParaRPr>
          </a:p>
          <a:p>
            <a:pPr marL="742950" lvl="1" indent="-285750">
              <a:buFont typeface="Wingdings" panose="05000000000000000000" pitchFamily="2" charset="2"/>
              <a:buChar char="§"/>
            </a:pPr>
            <a:endParaRPr lang="en-US" dirty="0"/>
          </a:p>
        </p:txBody>
      </p:sp>
    </p:spTree>
    <p:extLst>
      <p:ext uri="{BB962C8B-B14F-4D97-AF65-F5344CB8AC3E}">
        <p14:creationId xmlns:p14="http://schemas.microsoft.com/office/powerpoint/2010/main" val="3081784797"/>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p:cTn id="7" dur="1000" fill="hold"/>
                                        <p:tgtEl>
                                          <p:spTgt spid="12">
                                            <p:txEl>
                                              <p:pRg st="0" end="0"/>
                                            </p:txEl>
                                          </p:spTgt>
                                        </p:tgtEl>
                                        <p:attrNameLst>
                                          <p:attrName>ppt_w</p:attrName>
                                        </p:attrNameLst>
                                      </p:cBhvr>
                                      <p:tavLst>
                                        <p:tav tm="0">
                                          <p:val>
                                            <p:strVal val="#ppt_w*0.70"/>
                                          </p:val>
                                        </p:tav>
                                        <p:tav tm="100000">
                                          <p:val>
                                            <p:strVal val="#ppt_w"/>
                                          </p:val>
                                        </p:tav>
                                      </p:tavLst>
                                    </p:anim>
                                    <p:anim calcmode="lin" valueType="num">
                                      <p:cBhvr>
                                        <p:cTn id="8" dur="1000" fill="hold"/>
                                        <p:tgtEl>
                                          <p:spTgt spid="12">
                                            <p:txEl>
                                              <p:pRg st="0" end="0"/>
                                            </p:txEl>
                                          </p:spTgt>
                                        </p:tgtEl>
                                        <p:attrNameLst>
                                          <p:attrName>ppt_h</p:attrName>
                                        </p:attrNameLst>
                                      </p:cBhvr>
                                      <p:tavLst>
                                        <p:tav tm="0">
                                          <p:val>
                                            <p:strVal val="#ppt_h"/>
                                          </p:val>
                                        </p:tav>
                                        <p:tav tm="100000">
                                          <p:val>
                                            <p:strVal val="#ppt_h"/>
                                          </p:val>
                                        </p:tav>
                                      </p:tavLst>
                                    </p:anim>
                                    <p:animEffect transition="in" filter="fade">
                                      <p:cBhvr>
                                        <p:cTn id="9" dur="1000"/>
                                        <p:tgtEl>
                                          <p:spTgt spid="12">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0" presetClass="entr" presetSubtype="0" decel="100000" fill="hold" nodeType="clickEffect">
                                  <p:stCondLst>
                                    <p:cond delay="0"/>
                                  </p:stCondLst>
                                  <p:childTnLst>
                                    <p:set>
                                      <p:cBhvr>
                                        <p:cTn id="13" dur="1" fill="hold">
                                          <p:stCondLst>
                                            <p:cond delay="0"/>
                                          </p:stCondLst>
                                        </p:cTn>
                                        <p:tgtEl>
                                          <p:spTgt spid="12">
                                            <p:txEl>
                                              <p:pRg st="2" end="2"/>
                                            </p:txEl>
                                          </p:spTgt>
                                        </p:tgtEl>
                                        <p:attrNameLst>
                                          <p:attrName>style.visibility</p:attrName>
                                        </p:attrNameLst>
                                      </p:cBhvr>
                                      <p:to>
                                        <p:strVal val="visible"/>
                                      </p:to>
                                    </p:set>
                                    <p:anim calcmode="lin" valueType="num">
                                      <p:cBhvr>
                                        <p:cTn id="14" dur="1000" fill="hold"/>
                                        <p:tgtEl>
                                          <p:spTgt spid="12">
                                            <p:txEl>
                                              <p:pRg st="2" end="2"/>
                                            </p:txEl>
                                          </p:spTgt>
                                        </p:tgtEl>
                                        <p:attrNameLst>
                                          <p:attrName>ppt_w</p:attrName>
                                        </p:attrNameLst>
                                      </p:cBhvr>
                                      <p:tavLst>
                                        <p:tav tm="0">
                                          <p:val>
                                            <p:strVal val="#ppt_w+.3"/>
                                          </p:val>
                                        </p:tav>
                                        <p:tav tm="100000">
                                          <p:val>
                                            <p:strVal val="#ppt_w"/>
                                          </p:val>
                                        </p:tav>
                                      </p:tavLst>
                                    </p:anim>
                                    <p:anim calcmode="lin" valueType="num">
                                      <p:cBhvr>
                                        <p:cTn id="15" dur="1000" fill="hold"/>
                                        <p:tgtEl>
                                          <p:spTgt spid="12">
                                            <p:txEl>
                                              <p:pRg st="2" end="2"/>
                                            </p:txEl>
                                          </p:spTgt>
                                        </p:tgtEl>
                                        <p:attrNameLst>
                                          <p:attrName>ppt_h</p:attrName>
                                        </p:attrNameLst>
                                      </p:cBhvr>
                                      <p:tavLst>
                                        <p:tav tm="0">
                                          <p:val>
                                            <p:strVal val="#ppt_h"/>
                                          </p:val>
                                        </p:tav>
                                        <p:tav tm="100000">
                                          <p:val>
                                            <p:strVal val="#ppt_h"/>
                                          </p:val>
                                        </p:tav>
                                      </p:tavLst>
                                    </p:anim>
                                    <p:animEffect transition="in" filter="fade">
                                      <p:cBhvr>
                                        <p:cTn id="16" dur="1000"/>
                                        <p:tgtEl>
                                          <p:spTgt spid="1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3" presetClass="entr" presetSubtype="0" fill="hold" nodeType="clickEffect">
                                  <p:stCondLst>
                                    <p:cond delay="0"/>
                                  </p:stCondLst>
                                  <p:childTnLst>
                                    <p:set>
                                      <p:cBhvr>
                                        <p:cTn id="20" dur="1" fill="hold">
                                          <p:stCondLst>
                                            <p:cond delay="0"/>
                                          </p:stCondLst>
                                        </p:cTn>
                                        <p:tgtEl>
                                          <p:spTgt spid="12">
                                            <p:txEl>
                                              <p:pRg st="4" end="4"/>
                                            </p:txEl>
                                          </p:spTgt>
                                        </p:tgtEl>
                                        <p:attrNameLst>
                                          <p:attrName>style.visibility</p:attrName>
                                        </p:attrNameLst>
                                      </p:cBhvr>
                                      <p:to>
                                        <p:strVal val="visible"/>
                                      </p:to>
                                    </p:set>
                                    <p:animEffect transition="in" filter="fade">
                                      <p:cBhvr>
                                        <p:cTn id="21" dur="100"/>
                                        <p:tgtEl>
                                          <p:spTgt spid="12">
                                            <p:txEl>
                                              <p:pRg st="4" end="4"/>
                                            </p:txEl>
                                          </p:spTgt>
                                        </p:tgtEl>
                                      </p:cBhvr>
                                    </p:animEffect>
                                    <p:anim calcmode="lin" valueType="num">
                                      <p:cBhvr>
                                        <p:cTn id="22" dur="400" fill="hold"/>
                                        <p:tgtEl>
                                          <p:spTgt spid="12">
                                            <p:txEl>
                                              <p:pRg st="4" end="4"/>
                                            </p:txEl>
                                          </p:spTgt>
                                        </p:tgtEl>
                                        <p:attrNameLst>
                                          <p:attrName>ppt_x</p:attrName>
                                        </p:attrNameLst>
                                      </p:cBhvr>
                                      <p:tavLst>
                                        <p:tav tm="0">
                                          <p:val>
                                            <p:strVal val="#ppt_x"/>
                                          </p:val>
                                        </p:tav>
                                        <p:tav tm="100000">
                                          <p:val>
                                            <p:strVal val="#ppt_x"/>
                                          </p:val>
                                        </p:tav>
                                      </p:tavLst>
                                    </p:anim>
                                    <p:anim calcmode="lin" valueType="num">
                                      <p:cBhvr>
                                        <p:cTn id="23" dur="400" fill="hold"/>
                                        <p:tgtEl>
                                          <p:spTgt spid="12">
                                            <p:txEl>
                                              <p:pRg st="4" end="4"/>
                                            </p:txEl>
                                          </p:spTgt>
                                        </p:tgtEl>
                                        <p:attrNameLst>
                                          <p:attrName>ppt_y</p:attrName>
                                        </p:attrNameLst>
                                      </p:cBhvr>
                                      <p:tavLst>
                                        <p:tav tm="0">
                                          <p:val>
                                            <p:strVal val="#ppt_y+0.31"/>
                                          </p:val>
                                        </p:tav>
                                        <p:tav tm="100000">
                                          <p:val>
                                            <p:strVal val="#ppt_y+0.31"/>
                                          </p:val>
                                        </p:tav>
                                      </p:tavLst>
                                    </p:anim>
                                    <p:anim calcmode="lin" valueType="num">
                                      <p:cBhvr>
                                        <p:cTn id="24" dur="600" decel="50000" fill="hold">
                                          <p:stCondLst>
                                            <p:cond delay="400"/>
                                          </p:stCondLst>
                                        </p:cTn>
                                        <p:tgtEl>
                                          <p:spTgt spid="12">
                                            <p:txEl>
                                              <p:pRg st="4" end="4"/>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5" dur="600" decel="50000" fill="hold">
                                          <p:stCondLst>
                                            <p:cond delay="400"/>
                                          </p:stCondLst>
                                        </p:cTn>
                                        <p:tgtEl>
                                          <p:spTgt spid="12">
                                            <p:txEl>
                                              <p:pRg st="4" end="4"/>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6" name="Group 46">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998" y="5334748"/>
            <a:ext cx="678135" cy="990000"/>
            <a:chOff x="10490969" y="1448827"/>
            <a:chExt cx="678135" cy="990000"/>
          </a:xfrm>
        </p:grpSpPr>
        <p:sp>
          <p:nvSpPr>
            <p:cNvPr id="67" name="Freeform: Shape 47">
              <a:extLst>
                <a:ext uri="{FF2B5EF4-FFF2-40B4-BE49-F238E27FC236}">
                  <a16:creationId xmlns:a16="http://schemas.microsoft.com/office/drawing/2014/main" id="{02ECB475-568C-47AC-B16D-2E202DEB2D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8" name="Oval 48">
              <a:extLst>
                <a:ext uri="{FF2B5EF4-FFF2-40B4-BE49-F238E27FC236}">
                  <a16:creationId xmlns:a16="http://schemas.microsoft.com/office/drawing/2014/main" id="{080D8764-525A-441E-B58F-068E82F097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9" name="Oval 49">
              <a:extLst>
                <a:ext uri="{FF2B5EF4-FFF2-40B4-BE49-F238E27FC236}">
                  <a16:creationId xmlns:a16="http://schemas.microsoft.com/office/drawing/2014/main" id="{11196109-6F2B-4738-B2FC-2CCC753AA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0" name="Freeform: Shape 50">
              <a:extLst>
                <a:ext uri="{FF2B5EF4-FFF2-40B4-BE49-F238E27FC236}">
                  <a16:creationId xmlns:a16="http://schemas.microsoft.com/office/drawing/2014/main" id="{F7E468C2-69B8-470B-85E3-801A3CB1D7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71" name="Rectangle 52">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FB7235-BAE8-4133-BB33-BB26D5B1353C}"/>
              </a:ext>
            </a:extLst>
          </p:cNvPr>
          <p:cNvSpPr>
            <a:spLocks noGrp="1"/>
          </p:cNvSpPr>
          <p:nvPr>
            <p:ph type="title"/>
          </p:nvPr>
        </p:nvSpPr>
        <p:spPr>
          <a:xfrm>
            <a:off x="550862" y="814676"/>
            <a:ext cx="6379210" cy="836294"/>
          </a:xfrm>
        </p:spPr>
        <p:txBody>
          <a:bodyPr vert="horz" wrap="square" lIns="0" tIns="0" rIns="0" bIns="0" rtlCol="0" anchor="t" anchorCtr="0">
            <a:normAutofit fontScale="90000"/>
          </a:bodyPr>
          <a:lstStyle/>
          <a:p>
            <a:r>
              <a:rPr lang="en-US" sz="3200" b="1" kern="1200" dirty="0">
                <a:solidFill>
                  <a:schemeClr val="tx1"/>
                </a:solidFill>
                <a:effectLst/>
                <a:latin typeface="Times New Roman" panose="02020603050405020304" pitchFamily="18" charset="0"/>
                <a:cs typeface="Times New Roman" panose="02020603050405020304" pitchFamily="18" charset="0"/>
              </a:rPr>
              <a:t>10.6 Simrank</a:t>
            </a:r>
            <a:br>
              <a:rPr lang="en-US" sz="3200" kern="1200" dirty="0">
                <a:solidFill>
                  <a:schemeClr val="tx1"/>
                </a:solidFill>
                <a:effectLst/>
                <a:latin typeface="Times New Roman" panose="02020603050405020304" pitchFamily="18" charset="0"/>
                <a:cs typeface="Times New Roman" panose="02020603050405020304" pitchFamily="18" charset="0"/>
              </a:rPr>
            </a:br>
            <a:endParaRPr lang="en-US" sz="3200" kern="1200" dirty="0">
              <a:solidFill>
                <a:schemeClr val="tx1"/>
              </a:solidFill>
              <a:latin typeface="Times New Roman" panose="02020603050405020304" pitchFamily="18" charset="0"/>
              <a:cs typeface="Times New Roman" panose="02020603050405020304" pitchFamily="18" charset="0"/>
            </a:endParaRPr>
          </a:p>
        </p:txBody>
      </p:sp>
      <p:sp>
        <p:nvSpPr>
          <p:cNvPr id="72" name="Oval 54">
            <a:extLst>
              <a:ext uri="{FF2B5EF4-FFF2-40B4-BE49-F238E27FC236}">
                <a16:creationId xmlns:a16="http://schemas.microsoft.com/office/drawing/2014/main" id="{6B425BBD-042F-4CF8-A9EE-42CC14D25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60575" y="5492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pic>
        <p:nvPicPr>
          <p:cNvPr id="42" name="Picture Placeholder 26" descr="Data Points Digital background">
            <a:extLst>
              <a:ext uri="{FF2B5EF4-FFF2-40B4-BE49-F238E27FC236}">
                <a16:creationId xmlns:a16="http://schemas.microsoft.com/office/drawing/2014/main" id="{895FB633-E142-4D9C-9D77-1FB143E96F6A}"/>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l="4631" r="8681" b="-2"/>
          <a:stretch/>
        </p:blipFill>
        <p:spPr>
          <a:xfrm>
            <a:off x="550863" y="2530474"/>
            <a:ext cx="5543883" cy="3779838"/>
          </a:xfrm>
          <a:custGeom>
            <a:avLst/>
            <a:gdLst/>
            <a:ahLst/>
            <a:cxnLst/>
            <a:rect l="l" t="t" r="r" b="b"/>
            <a:pathLst>
              <a:path w="5773738" h="3779838">
                <a:moveTo>
                  <a:pt x="0" y="0"/>
                </a:moveTo>
                <a:lnTo>
                  <a:pt x="5773738" y="0"/>
                </a:lnTo>
                <a:lnTo>
                  <a:pt x="5773738" y="3779838"/>
                </a:lnTo>
                <a:lnTo>
                  <a:pt x="0" y="3779838"/>
                </a:lnTo>
                <a:close/>
              </a:path>
            </a:pathLst>
          </a:custGeom>
        </p:spPr>
      </p:pic>
      <p:grpSp>
        <p:nvGrpSpPr>
          <p:cNvPr id="73" name="Group 56">
            <a:extLst>
              <a:ext uri="{FF2B5EF4-FFF2-40B4-BE49-F238E27FC236}">
                <a16:creationId xmlns:a16="http://schemas.microsoft.com/office/drawing/2014/main" id="{F8ED97E8-4320-4F9F-8AB2-2EC6D9FC971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80191" y="1665774"/>
            <a:ext cx="1262947" cy="1335600"/>
            <a:chOff x="2678417" y="2427951"/>
            <a:chExt cx="1262947" cy="1335600"/>
          </a:xfrm>
        </p:grpSpPr>
        <p:sp>
          <p:nvSpPr>
            <p:cNvPr id="58" name="Freeform: Shape 57">
              <a:extLst>
                <a:ext uri="{FF2B5EF4-FFF2-40B4-BE49-F238E27FC236}">
                  <a16:creationId xmlns:a16="http://schemas.microsoft.com/office/drawing/2014/main" id="{DDAE1E3F-711D-4F2E-AF4B-0A3CF77C56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4" name="Oval 58">
              <a:extLst>
                <a:ext uri="{FF2B5EF4-FFF2-40B4-BE49-F238E27FC236}">
                  <a16:creationId xmlns:a16="http://schemas.microsoft.com/office/drawing/2014/main" id="{717A35D9-9F09-4A9F-AD47-CF21151009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4" name="Content Placeholder 3">
            <a:extLst>
              <a:ext uri="{FF2B5EF4-FFF2-40B4-BE49-F238E27FC236}">
                <a16:creationId xmlns:a16="http://schemas.microsoft.com/office/drawing/2014/main" id="{2195F1F0-DECC-4E4D-BB79-71F499F749C8}"/>
              </a:ext>
            </a:extLst>
          </p:cNvPr>
          <p:cNvSpPr>
            <a:spLocks noGrp="1"/>
          </p:cNvSpPr>
          <p:nvPr>
            <p:ph sz="quarter" idx="15"/>
          </p:nvPr>
        </p:nvSpPr>
        <p:spPr>
          <a:xfrm>
            <a:off x="6327191" y="1458550"/>
            <a:ext cx="5313946" cy="4811015"/>
          </a:xfrm>
        </p:spPr>
        <p:txBody>
          <a:bodyPr vert="horz" wrap="square" lIns="0" tIns="0" rIns="0" bIns="0" rtlCol="0" anchor="t">
            <a:normAutofit/>
          </a:bodyPr>
          <a:lstStyle/>
          <a:p>
            <a:pPr marL="114300" indent="-285750">
              <a:lnSpc>
                <a:spcPct val="100000"/>
              </a:lnSpc>
              <a:buFont typeface="Wingdings" panose="05000000000000000000" pitchFamily="2" charset="2"/>
              <a:buChar char="q"/>
            </a:pPr>
            <a:r>
              <a:rPr lang="en-US" dirty="0" err="1">
                <a:effectLst/>
                <a:latin typeface="Times New Roman" panose="02020603050405020304" pitchFamily="18" charset="0"/>
                <a:cs typeface="Times New Roman" panose="02020603050405020304" pitchFamily="18" charset="0"/>
              </a:rPr>
              <a:t>Simrank</a:t>
            </a:r>
            <a:r>
              <a:rPr lang="en-US" dirty="0">
                <a:effectLst/>
                <a:latin typeface="Times New Roman" panose="02020603050405020304" pitchFamily="18" charset="0"/>
                <a:cs typeface="Times New Roman" panose="02020603050405020304" pitchFamily="18" charset="0"/>
              </a:rPr>
              <a:t>:</a:t>
            </a:r>
          </a:p>
          <a:p>
            <a:pPr marL="114300" indent="-285750" algn="just">
              <a:lnSpc>
                <a:spcPct val="100000"/>
              </a:lnSpc>
              <a:buFont typeface="Wingdings" panose="05000000000000000000" pitchFamily="2" charset="2"/>
              <a:buChar char="§"/>
            </a:pPr>
            <a:r>
              <a:rPr lang="en-US" sz="1800" dirty="0" err="1">
                <a:effectLst/>
                <a:latin typeface="Times New Roman" panose="02020603050405020304" pitchFamily="18" charset="0"/>
                <a:cs typeface="Times New Roman" panose="02020603050405020304" pitchFamily="18" charset="0"/>
              </a:rPr>
              <a:t>Áp</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dụng</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tốt</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nhất</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cho</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đồ</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thị</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có</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một</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số</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loại</a:t>
            </a:r>
            <a:r>
              <a:rPr lang="en-US" sz="1800" spc="-15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nút</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mặc</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dù</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về</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nguyên</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tắc</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nó</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có</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thể</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được</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áp</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dụng</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cho</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bất</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kỳ</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đồ</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thị</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nào</a:t>
            </a:r>
            <a:endParaRPr lang="en-US" sz="1800" dirty="0">
              <a:effectLst/>
              <a:latin typeface="Times New Roman" panose="02020603050405020304" pitchFamily="18" charset="0"/>
              <a:cs typeface="Times New Roman" panose="02020603050405020304" pitchFamily="18" charset="0"/>
            </a:endParaRPr>
          </a:p>
          <a:p>
            <a:pPr marL="285750" indent="-285750" algn="just">
              <a:lnSpc>
                <a:spcPct val="100000"/>
              </a:lnSpc>
              <a:buFont typeface="Wingdings" panose="05000000000000000000" pitchFamily="2" charset="2"/>
              <a:buChar char="§"/>
            </a:pPr>
            <a:r>
              <a:rPr lang="en-US" sz="1800" dirty="0" err="1">
                <a:effectLst/>
                <a:latin typeface="Times New Roman" panose="02020603050405020304" pitchFamily="18" charset="0"/>
                <a:cs typeface="Times New Roman" panose="02020603050405020304" pitchFamily="18" charset="0"/>
              </a:rPr>
              <a:t>Mục</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đích</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của</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simrank</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là</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để</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đo</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mức</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độ</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giống</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nhau</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giữa</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các</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nút</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cùng</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loại</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và</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nó</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làm</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như</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vậy</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bằng</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cách</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xem</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vị</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trí</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của</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những</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người</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đi</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bộ</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ngẫu</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nhiên</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trên</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biểu</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đồ</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khi</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bắt</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đầu</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tại</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một</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nút</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cụ</a:t>
            </a:r>
            <a:r>
              <a:rPr lang="en-US" sz="1800" dirty="0">
                <a:effectLst/>
                <a:latin typeface="Times New Roman" panose="02020603050405020304" pitchFamily="18" charset="0"/>
                <a:cs typeface="Times New Roman" panose="02020603050405020304" pitchFamily="18" charset="0"/>
              </a:rPr>
              <a:t> </a:t>
            </a:r>
            <a:r>
              <a:rPr lang="en-US" sz="1800" dirty="0" err="1">
                <a:effectLst/>
                <a:latin typeface="Times New Roman" panose="02020603050405020304" pitchFamily="18" charset="0"/>
                <a:cs typeface="Times New Roman" panose="02020603050405020304" pitchFamily="18" charset="0"/>
              </a:rPr>
              <a:t>thể</a:t>
            </a:r>
            <a:r>
              <a:rPr lang="en-US" sz="1800" dirty="0">
                <a:effectLst/>
                <a:latin typeface="Times New Roman" panose="02020603050405020304" pitchFamily="18" charset="0"/>
                <a:cs typeface="Times New Roman" panose="02020603050405020304" pitchFamily="18" charset="0"/>
              </a:rPr>
              <a:t>.</a:t>
            </a:r>
          </a:p>
          <a:p>
            <a:pPr marL="57150" indent="-228600">
              <a:lnSpc>
                <a:spcPct val="100000"/>
              </a:lnSpc>
              <a:buFont typeface="Arial" panose="020B0604020202020204" pitchFamily="34" charset="0"/>
              <a:buChar char="•"/>
            </a:pPr>
            <a:endParaRPr lang="en-US" sz="1700" dirty="0">
              <a:effectLst/>
            </a:endParaRPr>
          </a:p>
          <a:p>
            <a:pPr marL="57150" indent="-228600">
              <a:lnSpc>
                <a:spcPct val="100000"/>
              </a:lnSpc>
              <a:buFont typeface="Arial" panose="020B0604020202020204" pitchFamily="34" charset="0"/>
              <a:buChar char="•"/>
            </a:pPr>
            <a:endParaRPr lang="en-US" sz="1700" dirty="0"/>
          </a:p>
        </p:txBody>
      </p:sp>
      <p:grpSp>
        <p:nvGrpSpPr>
          <p:cNvPr id="61" name="Group 60">
            <a:extLst>
              <a:ext uri="{FF2B5EF4-FFF2-40B4-BE49-F238E27FC236}">
                <a16:creationId xmlns:a16="http://schemas.microsoft.com/office/drawing/2014/main" id="{3F071BFC-FCD5-404E-90E6-D596557747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724513" y="5071998"/>
            <a:ext cx="1980000" cy="1336764"/>
            <a:chOff x="7285270" y="3781428"/>
            <a:chExt cx="1980000" cy="1336764"/>
          </a:xfrm>
        </p:grpSpPr>
        <p:sp>
          <p:nvSpPr>
            <p:cNvPr id="62" name="Freeform: Shape 61">
              <a:extLst>
                <a:ext uri="{FF2B5EF4-FFF2-40B4-BE49-F238E27FC236}">
                  <a16:creationId xmlns:a16="http://schemas.microsoft.com/office/drawing/2014/main" id="{BA0B934F-9437-4904-A573-FD6F8B81F3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a:off x="7285270" y="3781428"/>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54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3" name="Freeform: Shape 62">
              <a:extLst>
                <a:ext uri="{FF2B5EF4-FFF2-40B4-BE49-F238E27FC236}">
                  <a16:creationId xmlns:a16="http://schemas.microsoft.com/office/drawing/2014/main" id="{E0204A86-ED4C-4DD3-9013-C7A4EFF920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a:off x="7351895" y="3784117"/>
              <a:ext cx="1853969" cy="1042921"/>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4" name="Oval 63">
              <a:extLst>
                <a:ext uri="{FF2B5EF4-FFF2-40B4-BE49-F238E27FC236}">
                  <a16:creationId xmlns:a16="http://schemas.microsoft.com/office/drawing/2014/main" id="{69EEA625-9D71-403F-B693-78E333447C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7997401" y="4831348"/>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5" name="Oval 64">
              <a:extLst>
                <a:ext uri="{FF2B5EF4-FFF2-40B4-BE49-F238E27FC236}">
                  <a16:creationId xmlns:a16="http://schemas.microsoft.com/office/drawing/2014/main" id="{425D8F7F-021F-459C-87EB-5AF697DC3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8978427" y="3850321"/>
              <a:ext cx="107098" cy="466589"/>
            </a:xfrm>
            <a:prstGeom prst="ellipse">
              <a:avLst/>
            </a:prstGeom>
            <a:solidFill>
              <a:schemeClr val="bg2"/>
            </a:solidFill>
            <a:ln>
              <a:noFill/>
            </a:ln>
            <a:effectLst>
              <a:innerShdw blurRad="63500" dist="254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5" name="Date Placeholder 4">
            <a:extLst>
              <a:ext uri="{FF2B5EF4-FFF2-40B4-BE49-F238E27FC236}">
                <a16:creationId xmlns:a16="http://schemas.microsoft.com/office/drawing/2014/main" id="{52D1993A-2FE1-4A52-921E-EE5121DC0931}"/>
              </a:ext>
            </a:extLst>
          </p:cNvPr>
          <p:cNvSpPr>
            <a:spLocks noGrp="1"/>
          </p:cNvSpPr>
          <p:nvPr>
            <p:ph type="dt" sz="half" idx="10"/>
          </p:nvPr>
        </p:nvSpPr>
        <p:spPr>
          <a:xfrm>
            <a:off x="550863" y="6507212"/>
            <a:ext cx="2628900" cy="153888"/>
          </a:xfrm>
        </p:spPr>
        <p:txBody>
          <a:bodyPr vert="horz" wrap="square" lIns="0" tIns="0" rIns="0" bIns="0" rtlCol="0" anchor="ctr">
            <a:normAutofit/>
          </a:bodyPr>
          <a:lstStyle/>
          <a:p>
            <a:pPr>
              <a:spcAft>
                <a:spcPts val="600"/>
              </a:spcAft>
            </a:pPr>
            <a:r>
              <a:rPr lang="en-US">
                <a:solidFill>
                  <a:schemeClr val="tx1">
                    <a:alpha val="80000"/>
                  </a:schemeClr>
                </a:solidFill>
              </a:rPr>
              <a:t>Tuesday, February 2, 20XX</a:t>
            </a:r>
          </a:p>
        </p:txBody>
      </p:sp>
      <p:sp>
        <p:nvSpPr>
          <p:cNvPr id="6" name="Footer Placeholder 5">
            <a:extLst>
              <a:ext uri="{FF2B5EF4-FFF2-40B4-BE49-F238E27FC236}">
                <a16:creationId xmlns:a16="http://schemas.microsoft.com/office/drawing/2014/main" id="{33156600-60D7-42CB-B761-EAC2FB46DB32}"/>
              </a:ext>
            </a:extLst>
          </p:cNvPr>
          <p:cNvSpPr>
            <a:spLocks noGrp="1"/>
          </p:cNvSpPr>
          <p:nvPr>
            <p:ph type="ftr" sz="quarter" idx="11"/>
          </p:nvPr>
        </p:nvSpPr>
        <p:spPr>
          <a:xfrm>
            <a:off x="3359150" y="6507212"/>
            <a:ext cx="6379210" cy="153888"/>
          </a:xfrm>
        </p:spPr>
        <p:txBody>
          <a:bodyPr vert="horz" wrap="square" lIns="0" tIns="0" rIns="0" bIns="0" rtlCol="0" anchor="ctr">
            <a:normAutofit/>
          </a:bodyPr>
          <a:lstStyle/>
          <a:p>
            <a:pPr>
              <a:spcAft>
                <a:spcPts val="600"/>
              </a:spcAft>
            </a:pPr>
            <a:r>
              <a:rPr lang="en-US" kern="1200">
                <a:solidFill>
                  <a:schemeClr val="tx1">
                    <a:alpha val="80000"/>
                  </a:schemeClr>
                </a:solidFill>
                <a:latin typeface="+mn-lt"/>
                <a:ea typeface="+mn-ea"/>
                <a:cs typeface="+mn-cs"/>
              </a:rPr>
              <a:t>Sample Footer Text</a:t>
            </a:r>
          </a:p>
        </p:txBody>
      </p:sp>
      <p:sp>
        <p:nvSpPr>
          <p:cNvPr id="7" name="Slide Number Placeholder 6">
            <a:extLst>
              <a:ext uri="{FF2B5EF4-FFF2-40B4-BE49-F238E27FC236}">
                <a16:creationId xmlns:a16="http://schemas.microsoft.com/office/drawing/2014/main" id="{EEB56CAD-120B-4A70-8EF2-1A95E32A3D74}"/>
              </a:ext>
            </a:extLst>
          </p:cNvPr>
          <p:cNvSpPr>
            <a:spLocks noGrp="1"/>
          </p:cNvSpPr>
          <p:nvPr>
            <p:ph type="sldNum" sz="quarter" idx="12"/>
          </p:nvPr>
        </p:nvSpPr>
        <p:spPr>
          <a:xfrm>
            <a:off x="9948863" y="6507212"/>
            <a:ext cx="1692274" cy="153888"/>
          </a:xfrm>
        </p:spPr>
        <p:txBody>
          <a:bodyPr vert="horz" wrap="square" lIns="0" tIns="0" rIns="0" bIns="0" rtlCol="0" anchor="ctr">
            <a:normAutofit/>
          </a:bodyPr>
          <a:lstStyle/>
          <a:p>
            <a:pPr>
              <a:spcAft>
                <a:spcPts val="600"/>
              </a:spcAft>
            </a:pPr>
            <a:fld id="{DBA1B0FB-D917-4C8C-928F-313BD683BF39}" type="slidenum">
              <a:rPr lang="en-US" smtClean="0">
                <a:solidFill>
                  <a:schemeClr val="tx1">
                    <a:alpha val="80000"/>
                  </a:schemeClr>
                </a:solidFill>
              </a:rPr>
              <a:pPr>
                <a:spcAft>
                  <a:spcPts val="600"/>
                </a:spcAft>
              </a:pPr>
              <a:t>18</a:t>
            </a:fld>
            <a:endParaRPr lang="en-US">
              <a:solidFill>
                <a:schemeClr val="tx1">
                  <a:alpha val="80000"/>
                </a:schemeClr>
              </a:solidFill>
            </a:endParaRPr>
          </a:p>
        </p:txBody>
      </p:sp>
    </p:spTree>
    <p:extLst>
      <p:ext uri="{BB962C8B-B14F-4D97-AF65-F5344CB8AC3E}">
        <p14:creationId xmlns:p14="http://schemas.microsoft.com/office/powerpoint/2010/main" val="416356658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4" presetClass="emph" presetSubtype="0" fill="hold" grpId="0" nodeType="clickEffect">
                                  <p:stCondLst>
                                    <p:cond delay="0"/>
                                  </p:stCondLst>
                                  <p:iterate type="lt">
                                    <p:tmPct val="10000"/>
                                  </p:iterate>
                                  <p:childTnLst>
                                    <p:animMotion origin="layout" path="M 0.0 0.0 L 0.0 -0.07213" pathEditMode="relative" ptsTypes="">
                                      <p:cBhvr>
                                        <p:cTn id="6" dur="250" accel="50000" decel="50000" autoRev="1" fill="hold">
                                          <p:stCondLst>
                                            <p:cond delay="0"/>
                                          </p:stCondLst>
                                        </p:cTn>
                                        <p:tgtEl>
                                          <p:spTgt spid="2"/>
                                        </p:tgtEl>
                                        <p:attrNameLst>
                                          <p:attrName>ppt_x</p:attrName>
                                          <p:attrName>ppt_y</p:attrName>
                                        </p:attrNameLst>
                                      </p:cBhvr>
                                    </p:animMotion>
                                    <p:animRot by="1500000">
                                      <p:cBhvr>
                                        <p:cTn id="7" dur="125" fill="hold">
                                          <p:stCondLst>
                                            <p:cond delay="0"/>
                                          </p:stCondLst>
                                        </p:cTn>
                                        <p:tgtEl>
                                          <p:spTgt spid="2"/>
                                        </p:tgtEl>
                                        <p:attrNameLst>
                                          <p:attrName>r</p:attrName>
                                        </p:attrNameLst>
                                      </p:cBhvr>
                                    </p:animRot>
                                    <p:animRot by="-1500000">
                                      <p:cBhvr>
                                        <p:cTn id="8" dur="125" fill="hold">
                                          <p:stCondLst>
                                            <p:cond delay="125"/>
                                          </p:stCondLst>
                                        </p:cTn>
                                        <p:tgtEl>
                                          <p:spTgt spid="2"/>
                                        </p:tgtEl>
                                        <p:attrNameLst>
                                          <p:attrName>r</p:attrName>
                                        </p:attrNameLst>
                                      </p:cBhvr>
                                    </p:animRot>
                                    <p:animRot by="-1500000">
                                      <p:cBhvr>
                                        <p:cTn id="9" dur="125" fill="hold">
                                          <p:stCondLst>
                                            <p:cond delay="250"/>
                                          </p:stCondLst>
                                        </p:cTn>
                                        <p:tgtEl>
                                          <p:spTgt spid="2"/>
                                        </p:tgtEl>
                                        <p:attrNameLst>
                                          <p:attrName>r</p:attrName>
                                        </p:attrNameLst>
                                      </p:cBhvr>
                                    </p:animRot>
                                    <p:animRot by="1500000">
                                      <p:cBhvr>
                                        <p:cTn id="10" dur="125" fill="hold">
                                          <p:stCondLst>
                                            <p:cond delay="375"/>
                                          </p:stCondLst>
                                        </p:cTn>
                                        <p:tgtEl>
                                          <p:spTgt spid="2"/>
                                        </p:tgtEl>
                                        <p:attrNameLst>
                                          <p:attrName>r</p:attrName>
                                        </p:attrNameLst>
                                      </p:cBhvr>
                                    </p:animRot>
                                  </p:childTnLst>
                                </p:cTn>
                              </p:par>
                            </p:childTnLst>
                          </p:cTn>
                        </p:par>
                      </p:childTnLst>
                    </p:cTn>
                  </p:par>
                  <p:par>
                    <p:cTn id="11" fill="hold">
                      <p:stCondLst>
                        <p:cond delay="indefinite"/>
                      </p:stCondLst>
                      <p:childTnLst>
                        <p:par>
                          <p:cTn id="12" fill="hold">
                            <p:stCondLst>
                              <p:cond delay="0"/>
                            </p:stCondLst>
                            <p:childTnLst>
                              <p:par>
                                <p:cTn id="13" presetID="25"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anim calcmode="lin" valueType="num">
                                      <p:cBhvr>
                                        <p:cTn id="15" dur="500" decel="50000" fill="hold">
                                          <p:stCondLst>
                                            <p:cond delay="0"/>
                                          </p:stCondLst>
                                        </p:cTn>
                                        <p:tgtEl>
                                          <p:spTgt spid="4">
                                            <p:txEl>
                                              <p:pRg st="0" end="0"/>
                                            </p:txEl>
                                          </p:spTgt>
                                        </p:tgtEl>
                                        <p:attrNameLst>
                                          <p:attrName>style.rotation</p:attrName>
                                        </p:attrNameLst>
                                      </p:cBhvr>
                                      <p:tavLst>
                                        <p:tav tm="0">
                                          <p:val>
                                            <p:fltVal val="-90"/>
                                          </p:val>
                                        </p:tav>
                                        <p:tav tm="100000">
                                          <p:val>
                                            <p:fltVal val="0"/>
                                          </p:val>
                                        </p:tav>
                                      </p:tavLst>
                                    </p:anim>
                                    <p:anim calcmode="lin" valueType="num">
                                      <p:cBhvr>
                                        <p:cTn id="16" dur="500" decel="50000" fill="hold">
                                          <p:stCondLst>
                                            <p:cond delay="0"/>
                                          </p:stCondLst>
                                        </p:cTn>
                                        <p:tgtEl>
                                          <p:spTgt spid="4">
                                            <p:txEl>
                                              <p:pRg st="0" end="0"/>
                                            </p:txEl>
                                          </p:spTgt>
                                        </p:tgtEl>
                                        <p:attrNameLst>
                                          <p:attrName>ppt_w</p:attrName>
                                        </p:attrNameLst>
                                      </p:cBhvr>
                                      <p:tavLst>
                                        <p:tav tm="0">
                                          <p:val>
                                            <p:strVal val="#ppt_w"/>
                                          </p:val>
                                        </p:tav>
                                        <p:tav tm="100000">
                                          <p:val>
                                            <p:strVal val="#ppt_w*.05"/>
                                          </p:val>
                                        </p:tav>
                                      </p:tavLst>
                                    </p:anim>
                                    <p:anim calcmode="lin" valueType="num">
                                      <p:cBhvr>
                                        <p:cTn id="17" dur="500" accel="50000" fill="hold">
                                          <p:stCondLst>
                                            <p:cond delay="500"/>
                                          </p:stCondLst>
                                        </p:cTn>
                                        <p:tgtEl>
                                          <p:spTgt spid="4">
                                            <p:txEl>
                                              <p:pRg st="0" end="0"/>
                                            </p:txEl>
                                          </p:spTgt>
                                        </p:tgtEl>
                                        <p:attrNameLst>
                                          <p:attrName>ppt_w</p:attrName>
                                        </p:attrNameLst>
                                      </p:cBhvr>
                                      <p:tavLst>
                                        <p:tav tm="0">
                                          <p:val>
                                            <p:strVal val="#ppt_w*.05"/>
                                          </p:val>
                                        </p:tav>
                                        <p:tav tm="100000">
                                          <p:val>
                                            <p:strVal val="#ppt_w"/>
                                          </p:val>
                                        </p:tav>
                                      </p:tavLst>
                                    </p:anim>
                                    <p:anim calcmode="lin" valueType="num">
                                      <p:cBhvr>
                                        <p:cTn id="18" dur="1000" fill="hold"/>
                                        <p:tgtEl>
                                          <p:spTgt spid="4">
                                            <p:txEl>
                                              <p:pRg st="0" end="0"/>
                                            </p:txEl>
                                          </p:spTgt>
                                        </p:tgtEl>
                                        <p:attrNameLst>
                                          <p:attrName>ppt_h</p:attrName>
                                        </p:attrNameLst>
                                      </p:cBhvr>
                                      <p:tavLst>
                                        <p:tav tm="0">
                                          <p:val>
                                            <p:strVal val="#ppt_h"/>
                                          </p:val>
                                        </p:tav>
                                        <p:tav tm="100000">
                                          <p:val>
                                            <p:strVal val="#ppt_h"/>
                                          </p:val>
                                        </p:tav>
                                      </p:tavLst>
                                    </p:anim>
                                    <p:anim calcmode="lin" valueType="num">
                                      <p:cBhvr>
                                        <p:cTn id="19" dur="500" decel="50000" fill="hold">
                                          <p:stCondLst>
                                            <p:cond delay="0"/>
                                          </p:stCondLst>
                                        </p:cTn>
                                        <p:tgtEl>
                                          <p:spTgt spid="4">
                                            <p:txEl>
                                              <p:pRg st="0" end="0"/>
                                            </p:txEl>
                                          </p:spTgt>
                                        </p:tgtEl>
                                        <p:attrNameLst>
                                          <p:attrName>ppt_x</p:attrName>
                                        </p:attrNameLst>
                                      </p:cBhvr>
                                      <p:tavLst>
                                        <p:tav tm="0">
                                          <p:val>
                                            <p:strVal val="#ppt_x+.4"/>
                                          </p:val>
                                        </p:tav>
                                        <p:tav tm="100000">
                                          <p:val>
                                            <p:strVal val="#ppt_x"/>
                                          </p:val>
                                        </p:tav>
                                      </p:tavLst>
                                    </p:anim>
                                    <p:anim calcmode="lin" valueType="num">
                                      <p:cBhvr>
                                        <p:cTn id="20" dur="500" decel="50000" fill="hold">
                                          <p:stCondLst>
                                            <p:cond delay="0"/>
                                          </p:stCondLst>
                                        </p:cTn>
                                        <p:tgtEl>
                                          <p:spTgt spid="4">
                                            <p:txEl>
                                              <p:pRg st="0" end="0"/>
                                            </p:txEl>
                                          </p:spTgt>
                                        </p:tgtEl>
                                        <p:attrNameLst>
                                          <p:attrName>ppt_y</p:attrName>
                                        </p:attrNameLst>
                                      </p:cBhvr>
                                      <p:tavLst>
                                        <p:tav tm="0">
                                          <p:val>
                                            <p:strVal val="#ppt_y-.2"/>
                                          </p:val>
                                        </p:tav>
                                        <p:tav tm="100000">
                                          <p:val>
                                            <p:strVal val="#ppt_y+.1"/>
                                          </p:val>
                                        </p:tav>
                                      </p:tavLst>
                                    </p:anim>
                                    <p:anim calcmode="lin" valueType="num">
                                      <p:cBhvr>
                                        <p:cTn id="21" dur="500" accel="50000" fill="hold">
                                          <p:stCondLst>
                                            <p:cond delay="500"/>
                                          </p:stCondLst>
                                        </p:cTn>
                                        <p:tgtEl>
                                          <p:spTgt spid="4">
                                            <p:txEl>
                                              <p:pRg st="0" end="0"/>
                                            </p:txEl>
                                          </p:spTgt>
                                        </p:tgtEl>
                                        <p:attrNameLst>
                                          <p:attrName>ppt_y</p:attrName>
                                        </p:attrNameLst>
                                      </p:cBhvr>
                                      <p:tavLst>
                                        <p:tav tm="0">
                                          <p:val>
                                            <p:strVal val="#ppt_y+.1"/>
                                          </p:val>
                                        </p:tav>
                                        <p:tav tm="100000">
                                          <p:val>
                                            <p:strVal val="#ppt_y"/>
                                          </p:val>
                                        </p:tav>
                                      </p:tavLst>
                                    </p:anim>
                                    <p:animEffect transition="in" filter="fade">
                                      <p:cBhvr>
                                        <p:cTn id="22" dur="1000" decel="50000">
                                          <p:stCondLst>
                                            <p:cond delay="0"/>
                                          </p:stCondLst>
                                        </p:cTn>
                                        <p:tgtEl>
                                          <p:spTgt spid="4">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0" presetClass="entr" presetSubtype="0" fill="hold" nodeType="clickEffect">
                                  <p:stCondLst>
                                    <p:cond delay="0"/>
                                  </p:stCondLst>
                                  <p:childTnLst>
                                    <p:set>
                                      <p:cBhvr>
                                        <p:cTn id="26" dur="1" fill="hold">
                                          <p:stCondLst>
                                            <p:cond delay="0"/>
                                          </p:stCondLst>
                                        </p:cTn>
                                        <p:tgtEl>
                                          <p:spTgt spid="4">
                                            <p:txEl>
                                              <p:pRg st="1" end="1"/>
                                            </p:txEl>
                                          </p:spTgt>
                                        </p:tgtEl>
                                        <p:attrNameLst>
                                          <p:attrName>style.visibility</p:attrName>
                                        </p:attrNameLst>
                                      </p:cBhvr>
                                      <p:to>
                                        <p:strVal val="visible"/>
                                      </p:to>
                                    </p:set>
                                    <p:animEffect transition="in" filter="wedge">
                                      <p:cBhvr>
                                        <p:cTn id="27" dur="2000"/>
                                        <p:tgtEl>
                                          <p:spTgt spid="4">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6" presetClass="entr" presetSubtype="0" fill="hold" nodeType="click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wipe(down)">
                                      <p:cBhvr>
                                        <p:cTn id="32" dur="580">
                                          <p:stCondLst>
                                            <p:cond delay="0"/>
                                          </p:stCondLst>
                                        </p:cTn>
                                        <p:tgtEl>
                                          <p:spTgt spid="4">
                                            <p:txEl>
                                              <p:pRg st="2" end="2"/>
                                            </p:txEl>
                                          </p:spTgt>
                                        </p:tgtEl>
                                      </p:cBhvr>
                                    </p:animEffect>
                                    <p:anim calcmode="lin" valueType="num">
                                      <p:cBhvr>
                                        <p:cTn id="33" dur="1822" tmFilter="0,0; 0.14,0.36; 0.43,0.73; 0.71,0.91; 1.0,1.0">
                                          <p:stCondLst>
                                            <p:cond delay="0"/>
                                          </p:stCondLst>
                                        </p:cTn>
                                        <p:tgtEl>
                                          <p:spTgt spid="4">
                                            <p:txEl>
                                              <p:pRg st="2" end="2"/>
                                            </p:txEl>
                                          </p:spTgt>
                                        </p:tgtEl>
                                        <p:attrNameLst>
                                          <p:attrName>ppt_x</p:attrName>
                                        </p:attrNameLst>
                                      </p:cBhvr>
                                      <p:tavLst>
                                        <p:tav tm="0">
                                          <p:val>
                                            <p:strVal val="#ppt_x-0.25"/>
                                          </p:val>
                                        </p:tav>
                                        <p:tav tm="100000">
                                          <p:val>
                                            <p:strVal val="#ppt_x"/>
                                          </p:val>
                                        </p:tav>
                                      </p:tavLst>
                                    </p:anim>
                                    <p:anim calcmode="lin" valueType="num">
                                      <p:cBhvr>
                                        <p:cTn id="34" dur="664" tmFilter="0.0,0.0; 0.25,0.07; 0.50,0.2; 0.75,0.467; 1.0,1.0">
                                          <p:stCondLst>
                                            <p:cond delay="0"/>
                                          </p:stCondLst>
                                        </p:cTn>
                                        <p:tgtEl>
                                          <p:spTgt spid="4">
                                            <p:txEl>
                                              <p:pRg st="2" end="2"/>
                                            </p:txEl>
                                          </p:spTgt>
                                        </p:tgtEl>
                                        <p:attrNameLst>
                                          <p:attrName>ppt_y</p:attrName>
                                        </p:attrNameLst>
                                      </p:cBhvr>
                                      <p:tavLst>
                                        <p:tav tm="0" fmla="#ppt_y-sin(pi*$)/3">
                                          <p:val>
                                            <p:fltVal val="0.5"/>
                                          </p:val>
                                        </p:tav>
                                        <p:tav tm="100000">
                                          <p:val>
                                            <p:fltVal val="1"/>
                                          </p:val>
                                        </p:tav>
                                      </p:tavLst>
                                    </p:anim>
                                    <p:anim calcmode="lin" valueType="num">
                                      <p:cBhvr>
                                        <p:cTn id="35" dur="664" tmFilter="0, 0; 0.125,0.2665; 0.25,0.4; 0.375,0.465; 0.5,0.5;  0.625,0.535; 0.75,0.6; 0.875,0.7335; 1,1">
                                          <p:stCondLst>
                                            <p:cond delay="664"/>
                                          </p:stCondLst>
                                        </p:cTn>
                                        <p:tgtEl>
                                          <p:spTgt spid="4">
                                            <p:txEl>
                                              <p:pRg st="2" end="2"/>
                                            </p:txEl>
                                          </p:spTgt>
                                        </p:tgtEl>
                                        <p:attrNameLst>
                                          <p:attrName>ppt_y</p:attrName>
                                        </p:attrNameLst>
                                      </p:cBhvr>
                                      <p:tavLst>
                                        <p:tav tm="0" fmla="#ppt_y-sin(pi*$)/9">
                                          <p:val>
                                            <p:fltVal val="0"/>
                                          </p:val>
                                        </p:tav>
                                        <p:tav tm="100000">
                                          <p:val>
                                            <p:fltVal val="1"/>
                                          </p:val>
                                        </p:tav>
                                      </p:tavLst>
                                    </p:anim>
                                    <p:anim calcmode="lin" valueType="num">
                                      <p:cBhvr>
                                        <p:cTn id="36" dur="332" tmFilter="0, 0; 0.125,0.2665; 0.25,0.4; 0.375,0.465; 0.5,0.5;  0.625,0.535; 0.75,0.6; 0.875,0.7335; 1,1">
                                          <p:stCondLst>
                                            <p:cond delay="1324"/>
                                          </p:stCondLst>
                                        </p:cTn>
                                        <p:tgtEl>
                                          <p:spTgt spid="4">
                                            <p:txEl>
                                              <p:pRg st="2" end="2"/>
                                            </p:txEl>
                                          </p:spTgt>
                                        </p:tgtEl>
                                        <p:attrNameLst>
                                          <p:attrName>ppt_y</p:attrName>
                                        </p:attrNameLst>
                                      </p:cBhvr>
                                      <p:tavLst>
                                        <p:tav tm="0" fmla="#ppt_y-sin(pi*$)/27">
                                          <p:val>
                                            <p:fltVal val="0"/>
                                          </p:val>
                                        </p:tav>
                                        <p:tav tm="100000">
                                          <p:val>
                                            <p:fltVal val="1"/>
                                          </p:val>
                                        </p:tav>
                                      </p:tavLst>
                                    </p:anim>
                                    <p:anim calcmode="lin" valueType="num">
                                      <p:cBhvr>
                                        <p:cTn id="37" dur="164" tmFilter="0, 0; 0.125,0.2665; 0.25,0.4; 0.375,0.465; 0.5,0.5;  0.625,0.535; 0.75,0.6; 0.875,0.7335; 1,1">
                                          <p:stCondLst>
                                            <p:cond delay="1656"/>
                                          </p:stCondLst>
                                        </p:cTn>
                                        <p:tgtEl>
                                          <p:spTgt spid="4">
                                            <p:txEl>
                                              <p:pRg st="2" end="2"/>
                                            </p:txEl>
                                          </p:spTgt>
                                        </p:tgtEl>
                                        <p:attrNameLst>
                                          <p:attrName>ppt_y</p:attrName>
                                        </p:attrNameLst>
                                      </p:cBhvr>
                                      <p:tavLst>
                                        <p:tav tm="0" fmla="#ppt_y-sin(pi*$)/81">
                                          <p:val>
                                            <p:fltVal val="0"/>
                                          </p:val>
                                        </p:tav>
                                        <p:tav tm="100000">
                                          <p:val>
                                            <p:fltVal val="1"/>
                                          </p:val>
                                        </p:tav>
                                      </p:tavLst>
                                    </p:anim>
                                    <p:animScale>
                                      <p:cBhvr>
                                        <p:cTn id="38" dur="26">
                                          <p:stCondLst>
                                            <p:cond delay="650"/>
                                          </p:stCondLst>
                                        </p:cTn>
                                        <p:tgtEl>
                                          <p:spTgt spid="4">
                                            <p:txEl>
                                              <p:pRg st="2" end="2"/>
                                            </p:txEl>
                                          </p:spTgt>
                                        </p:tgtEl>
                                      </p:cBhvr>
                                      <p:to x="100000" y="60000"/>
                                    </p:animScale>
                                    <p:animScale>
                                      <p:cBhvr>
                                        <p:cTn id="39" dur="166" decel="50000">
                                          <p:stCondLst>
                                            <p:cond delay="676"/>
                                          </p:stCondLst>
                                        </p:cTn>
                                        <p:tgtEl>
                                          <p:spTgt spid="4">
                                            <p:txEl>
                                              <p:pRg st="2" end="2"/>
                                            </p:txEl>
                                          </p:spTgt>
                                        </p:tgtEl>
                                      </p:cBhvr>
                                      <p:to x="100000" y="100000"/>
                                    </p:animScale>
                                    <p:animScale>
                                      <p:cBhvr>
                                        <p:cTn id="40" dur="26">
                                          <p:stCondLst>
                                            <p:cond delay="1312"/>
                                          </p:stCondLst>
                                        </p:cTn>
                                        <p:tgtEl>
                                          <p:spTgt spid="4">
                                            <p:txEl>
                                              <p:pRg st="2" end="2"/>
                                            </p:txEl>
                                          </p:spTgt>
                                        </p:tgtEl>
                                      </p:cBhvr>
                                      <p:to x="100000" y="80000"/>
                                    </p:animScale>
                                    <p:animScale>
                                      <p:cBhvr>
                                        <p:cTn id="41" dur="166" decel="50000">
                                          <p:stCondLst>
                                            <p:cond delay="1338"/>
                                          </p:stCondLst>
                                        </p:cTn>
                                        <p:tgtEl>
                                          <p:spTgt spid="4">
                                            <p:txEl>
                                              <p:pRg st="2" end="2"/>
                                            </p:txEl>
                                          </p:spTgt>
                                        </p:tgtEl>
                                      </p:cBhvr>
                                      <p:to x="100000" y="100000"/>
                                    </p:animScale>
                                    <p:animScale>
                                      <p:cBhvr>
                                        <p:cTn id="42" dur="26">
                                          <p:stCondLst>
                                            <p:cond delay="1642"/>
                                          </p:stCondLst>
                                        </p:cTn>
                                        <p:tgtEl>
                                          <p:spTgt spid="4">
                                            <p:txEl>
                                              <p:pRg st="2" end="2"/>
                                            </p:txEl>
                                          </p:spTgt>
                                        </p:tgtEl>
                                      </p:cBhvr>
                                      <p:to x="100000" y="90000"/>
                                    </p:animScale>
                                    <p:animScale>
                                      <p:cBhvr>
                                        <p:cTn id="43" dur="166" decel="50000">
                                          <p:stCondLst>
                                            <p:cond delay="1668"/>
                                          </p:stCondLst>
                                        </p:cTn>
                                        <p:tgtEl>
                                          <p:spTgt spid="4">
                                            <p:txEl>
                                              <p:pRg st="2" end="2"/>
                                            </p:txEl>
                                          </p:spTgt>
                                        </p:tgtEl>
                                      </p:cBhvr>
                                      <p:to x="100000" y="100000"/>
                                    </p:animScale>
                                    <p:animScale>
                                      <p:cBhvr>
                                        <p:cTn id="44" dur="26">
                                          <p:stCondLst>
                                            <p:cond delay="1808"/>
                                          </p:stCondLst>
                                        </p:cTn>
                                        <p:tgtEl>
                                          <p:spTgt spid="4">
                                            <p:txEl>
                                              <p:pRg st="2" end="2"/>
                                            </p:txEl>
                                          </p:spTgt>
                                        </p:tgtEl>
                                      </p:cBhvr>
                                      <p:to x="100000" y="95000"/>
                                    </p:animScale>
                                    <p:animScale>
                                      <p:cBhvr>
                                        <p:cTn id="45" dur="166" decel="50000">
                                          <p:stCondLst>
                                            <p:cond delay="1834"/>
                                          </p:stCondLst>
                                        </p:cTn>
                                        <p:tgtEl>
                                          <p:spTgt spid="4">
                                            <p:txEl>
                                              <p:pRg st="2" end="2"/>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76720-8563-40E1-924B-1E34618B77FE}"/>
              </a:ext>
            </a:extLst>
          </p:cNvPr>
          <p:cNvSpPr>
            <a:spLocks noGrp="1"/>
          </p:cNvSpPr>
          <p:nvPr>
            <p:ph type="title"/>
          </p:nvPr>
        </p:nvSpPr>
        <p:spPr>
          <a:xfrm>
            <a:off x="550863" y="549276"/>
            <a:ext cx="5960771" cy="1526268"/>
          </a:xfrm>
        </p:spPr>
        <p:txBody>
          <a:bodyPr/>
          <a:lstStyle/>
          <a:p>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10.7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Đếm</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tam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giác</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13A4B35-4E06-415E-A4E0-0E3BF9941D49}"/>
              </a:ext>
            </a:extLst>
          </p:cNvPr>
          <p:cNvSpPr>
            <a:spLocks noGrp="1"/>
          </p:cNvSpPr>
          <p:nvPr>
            <p:ph idx="1"/>
          </p:nvPr>
        </p:nvSpPr>
        <p:spPr>
          <a:xfrm>
            <a:off x="550862" y="2075544"/>
            <a:ext cx="5960773" cy="4017281"/>
          </a:xfrm>
        </p:spPr>
        <p:txBody>
          <a:bodyPr/>
          <a:lstStyle/>
          <a:p>
            <a:pPr marL="285750" indent="-285750">
              <a:buFont typeface="Wingdings" panose="05000000000000000000" pitchFamily="2" charset="2"/>
              <a:buChar char="q"/>
            </a:pPr>
            <a:r>
              <a:rPr lang="en-US" b="1" dirty="0" err="1">
                <a:effectLst/>
                <a:latin typeface="Times New Roman" panose="02020603050405020304" pitchFamily="18" charset="0"/>
                <a:ea typeface="Calibri" panose="020F0502020204030204" pitchFamily="34" charset="0"/>
              </a:rPr>
              <a:t>Hình</a:t>
            </a:r>
            <a:r>
              <a:rPr lang="en-US" b="1" dirty="0">
                <a:effectLst/>
                <a:latin typeface="Times New Roman" panose="02020603050405020304" pitchFamily="18" charset="0"/>
                <a:ea typeface="Calibri" panose="020F0502020204030204" pitchFamily="34" charset="0"/>
              </a:rPr>
              <a:t> tam </a:t>
            </a:r>
            <a:r>
              <a:rPr lang="en-US" b="1" dirty="0" err="1">
                <a:effectLst/>
                <a:latin typeface="Times New Roman" panose="02020603050405020304" pitchFamily="18" charset="0"/>
                <a:ea typeface="Calibri" panose="020F0502020204030204" pitchFamily="34" charset="0"/>
              </a:rPr>
              <a:t>giác</a:t>
            </a:r>
            <a:r>
              <a:rPr lang="en-US" b="1" dirty="0">
                <a:effectLst/>
                <a:latin typeface="Times New Roman" panose="02020603050405020304" pitchFamily="18" charset="0"/>
                <a:ea typeface="Calibri" panose="020F0502020204030204" pitchFamily="34" charset="0"/>
              </a:rPr>
              <a:t> </a:t>
            </a:r>
            <a:r>
              <a:rPr lang="en-US" b="1" dirty="0" err="1">
                <a:effectLst/>
                <a:latin typeface="Times New Roman" panose="02020603050405020304" pitchFamily="18" charset="0"/>
                <a:ea typeface="Calibri" panose="020F0502020204030204" pitchFamily="34" charset="0"/>
              </a:rPr>
              <a:t>trong</a:t>
            </a:r>
            <a:r>
              <a:rPr lang="en-US" b="1" dirty="0">
                <a:effectLst/>
                <a:latin typeface="Times New Roman" panose="02020603050405020304" pitchFamily="18" charset="0"/>
                <a:ea typeface="Calibri" panose="020F0502020204030204" pitchFamily="34" charset="0"/>
              </a:rPr>
              <a:t> </a:t>
            </a:r>
            <a:r>
              <a:rPr lang="en-US" b="1" dirty="0" err="1">
                <a:effectLst/>
                <a:latin typeface="Times New Roman" panose="02020603050405020304" pitchFamily="18" charset="0"/>
                <a:ea typeface="Calibri" panose="020F0502020204030204" pitchFamily="34" charset="0"/>
              </a:rPr>
              <a:t>mạng</a:t>
            </a:r>
            <a:r>
              <a:rPr lang="en-US" b="1" dirty="0">
                <a:effectLst/>
                <a:latin typeface="Times New Roman" panose="02020603050405020304" pitchFamily="18" charset="0"/>
                <a:ea typeface="Calibri" panose="020F0502020204030204" pitchFamily="34" charset="0"/>
              </a:rPr>
              <a:t> </a:t>
            </a:r>
            <a:r>
              <a:rPr lang="en-US" b="1" dirty="0" err="1">
                <a:effectLst/>
                <a:latin typeface="Times New Roman" panose="02020603050405020304" pitchFamily="18" charset="0"/>
                <a:ea typeface="Calibri" panose="020F0502020204030204" pitchFamily="34" charset="0"/>
              </a:rPr>
              <a:t>xã</a:t>
            </a:r>
            <a:r>
              <a:rPr lang="en-US" b="1" dirty="0">
                <a:effectLst/>
                <a:latin typeface="Times New Roman" panose="02020603050405020304" pitchFamily="18" charset="0"/>
                <a:ea typeface="Calibri" panose="020F0502020204030204" pitchFamily="34" charset="0"/>
              </a:rPr>
              <a:t> </a:t>
            </a:r>
            <a:r>
              <a:rPr lang="en-US" b="1" dirty="0" err="1">
                <a:effectLst/>
                <a:latin typeface="Times New Roman" panose="02020603050405020304" pitchFamily="18" charset="0"/>
                <a:ea typeface="Calibri" panose="020F0502020204030204" pitchFamily="34" charset="0"/>
              </a:rPr>
              <a:t>hội</a:t>
            </a:r>
            <a:r>
              <a:rPr lang="en-US" b="1" dirty="0">
                <a:effectLst/>
                <a:latin typeface="Times New Roman" panose="02020603050405020304" pitchFamily="18" charset="0"/>
                <a:ea typeface="Calibri" panose="020F0502020204030204" pitchFamily="34" charset="0"/>
              </a:rPr>
              <a:t>:</a:t>
            </a:r>
          </a:p>
          <a:p>
            <a:pPr lvl="1">
              <a:buFont typeface="Wingdings" panose="05000000000000000000" pitchFamily="2" charset="2"/>
              <a:buChar char="§"/>
            </a:pPr>
            <a:r>
              <a:rPr lang="vi-VN" sz="1800" dirty="0">
                <a:effectLst/>
                <a:latin typeface="Times New Roman" panose="02020603050405020304" pitchFamily="18" charset="0"/>
                <a:ea typeface="Cousine"/>
              </a:rPr>
              <a:t>Số lượng hình tam giác trên mỗi nút là một thước đo quan trọng để đánh giá sự gần gũi của một cộng đồng và thường phản ánh sự trưởng </a:t>
            </a:r>
            <a:r>
              <a:rPr lang="vi-VN" sz="1800" spc="-15" dirty="0">
                <a:effectLst/>
                <a:latin typeface="Times New Roman" panose="02020603050405020304" pitchFamily="18" charset="0"/>
                <a:ea typeface="Cousine"/>
              </a:rPr>
              <a:t>thành </a:t>
            </a:r>
            <a:r>
              <a:rPr lang="vi-VN" sz="1800" dirty="0">
                <a:effectLst/>
                <a:latin typeface="Times New Roman" panose="02020603050405020304" pitchFamily="18" charset="0"/>
                <a:ea typeface="Cousine"/>
              </a:rPr>
              <a:t>của</a:t>
            </a:r>
            <a:r>
              <a:rPr lang="vi-VN" sz="1800" spc="2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cộng</a:t>
            </a:r>
            <a:r>
              <a:rPr lang="vi-VN" sz="1800" spc="2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đồng</a:t>
            </a:r>
            <a:r>
              <a:rPr lang="vi-VN" sz="1800" spc="25"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đó</a:t>
            </a:r>
            <a:endParaRPr lang="en-US" sz="1800" dirty="0">
              <a:latin typeface="Times New Roman" panose="02020603050405020304" pitchFamily="18" charset="0"/>
              <a:ea typeface="Cousine"/>
            </a:endParaRPr>
          </a:p>
          <a:p>
            <a:pPr lvl="1">
              <a:buFont typeface="Wingdings" panose="05000000000000000000" pitchFamily="2" charset="2"/>
              <a:buChar char="§"/>
            </a:pPr>
            <a:r>
              <a:rPr lang="vi-VN" sz="1800" dirty="0">
                <a:effectLst/>
                <a:latin typeface="Times New Roman" panose="02020603050405020304" pitchFamily="18" charset="0"/>
                <a:ea typeface="Cousine"/>
                <a:cs typeface="Cousine"/>
              </a:rPr>
              <a:t>Chúng</a:t>
            </a:r>
            <a:r>
              <a:rPr lang="vi-VN" sz="1800" spc="25"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ta</a:t>
            </a:r>
            <a:r>
              <a:rPr lang="vi-VN" sz="1800" spc="20"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có</a:t>
            </a:r>
            <a:r>
              <a:rPr lang="vi-VN" sz="1800" spc="25"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thể</a:t>
            </a:r>
            <a:r>
              <a:rPr lang="vi-VN" sz="1800" spc="20"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liệt</a:t>
            </a:r>
            <a:r>
              <a:rPr lang="vi-VN" sz="1800" spc="25"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kê</a:t>
            </a:r>
            <a:r>
              <a:rPr lang="vi-VN" sz="1800" spc="20"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hoặc</a:t>
            </a:r>
            <a:r>
              <a:rPr lang="vi-VN" sz="1800" spc="25"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đếm</a:t>
            </a:r>
            <a:r>
              <a:rPr lang="vi-VN" sz="1800" spc="20"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các</a:t>
            </a:r>
            <a:r>
              <a:rPr lang="vi-VN" sz="1800" spc="25"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tam</a:t>
            </a:r>
            <a:r>
              <a:rPr lang="vi-VN" sz="1800" spc="20"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giác</a:t>
            </a:r>
            <a:r>
              <a:rPr lang="vi-VN" sz="1800" spc="25"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trong</a:t>
            </a:r>
            <a:r>
              <a:rPr lang="vi-VN" sz="1800" spc="20"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một</a:t>
            </a:r>
            <a:r>
              <a:rPr lang="vi-VN" sz="1800" spc="25"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đồ</a:t>
            </a:r>
            <a:r>
              <a:rPr lang="vi-VN" sz="1800" spc="20"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thị</a:t>
            </a:r>
            <a:r>
              <a:rPr lang="vi-VN" sz="1800" spc="25"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có</a:t>
            </a:r>
            <a:r>
              <a:rPr lang="vi-VN" sz="1800" spc="20"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m</a:t>
            </a:r>
            <a:r>
              <a:rPr lang="en-US" sz="1800" dirty="0">
                <a:latin typeface="Cousine"/>
                <a:ea typeface="Cousine"/>
                <a:cs typeface="Cousine"/>
              </a:rPr>
              <a:t> </a:t>
            </a:r>
            <a:r>
              <a:rPr lang="vi-VN" sz="1800" dirty="0">
                <a:effectLst/>
                <a:latin typeface="Times New Roman" panose="02020603050405020304" pitchFamily="18" charset="0"/>
                <a:ea typeface="Cousine"/>
                <a:cs typeface="Cousine"/>
              </a:rPr>
              <a:t>cạnh trong thời gian O (m3 / 2 ), nhưng nhìn chung không tồn tại thuật toán hiệu quả</a:t>
            </a:r>
            <a:r>
              <a:rPr lang="vi-VN" sz="1800" spc="265"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hơn.</a:t>
            </a:r>
            <a:endParaRPr lang="en-US" sz="1800" dirty="0">
              <a:effectLst/>
              <a:latin typeface="Cousine"/>
              <a:ea typeface="Cousine"/>
              <a:cs typeface="Cousine"/>
            </a:endParaRPr>
          </a:p>
          <a:p>
            <a:pPr lvl="1">
              <a:buFont typeface="Wingdings" panose="05000000000000000000" pitchFamily="2" charset="2"/>
              <a:buChar char="§"/>
            </a:pPr>
            <a:endParaRPr lang="en-US" dirty="0"/>
          </a:p>
        </p:txBody>
      </p:sp>
      <p:sp>
        <p:nvSpPr>
          <p:cNvPr id="7" name="Date Placeholder 6">
            <a:extLst>
              <a:ext uri="{FF2B5EF4-FFF2-40B4-BE49-F238E27FC236}">
                <a16:creationId xmlns:a16="http://schemas.microsoft.com/office/drawing/2014/main" id="{3F3EF32A-E5F0-4393-84E7-A78940F7304E}"/>
              </a:ext>
            </a:extLst>
          </p:cNvPr>
          <p:cNvSpPr>
            <a:spLocks noGrp="1"/>
          </p:cNvSpPr>
          <p:nvPr>
            <p:ph type="dt" sz="half" idx="10"/>
          </p:nvPr>
        </p:nvSpPr>
        <p:spPr/>
        <p:txBody>
          <a:bodyPr/>
          <a:lstStyle/>
          <a:p>
            <a:r>
              <a:rPr lang="en-US"/>
              <a:t>Tuesday, February 2, 20XX</a:t>
            </a:r>
          </a:p>
        </p:txBody>
      </p:sp>
      <p:sp>
        <p:nvSpPr>
          <p:cNvPr id="8" name="Footer Placeholder 7">
            <a:extLst>
              <a:ext uri="{FF2B5EF4-FFF2-40B4-BE49-F238E27FC236}">
                <a16:creationId xmlns:a16="http://schemas.microsoft.com/office/drawing/2014/main" id="{2FF47A38-7BC9-4441-B7C1-9A79CCCE1EB8}"/>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36B2B67D-7CCA-4232-A6A5-BEFB981EEBF7}"/>
              </a:ext>
            </a:extLst>
          </p:cNvPr>
          <p:cNvSpPr>
            <a:spLocks noGrp="1"/>
          </p:cNvSpPr>
          <p:nvPr>
            <p:ph type="sldNum" sz="quarter" idx="12"/>
          </p:nvPr>
        </p:nvSpPr>
        <p:spPr/>
        <p:txBody>
          <a:bodyPr/>
          <a:lstStyle/>
          <a:p>
            <a:fld id="{DBA1B0FB-D917-4C8C-928F-313BD683BF39}" type="slidenum">
              <a:rPr lang="en-US" smtClean="0"/>
              <a:t>19</a:t>
            </a:fld>
            <a:endParaRPr lang="en-US"/>
          </a:p>
        </p:txBody>
      </p:sp>
      <p:pic>
        <p:nvPicPr>
          <p:cNvPr id="10" name="Picture Placeholder 32" descr="Data Points Digital background">
            <a:extLst>
              <a:ext uri="{FF2B5EF4-FFF2-40B4-BE49-F238E27FC236}">
                <a16:creationId xmlns:a16="http://schemas.microsoft.com/office/drawing/2014/main" id="{40F610EC-C44E-4C4F-9993-79FA3E8EA8AD}"/>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l="21664" r="21664"/>
          <a:stretch/>
        </p:blipFill>
        <p:spPr>
          <a:xfrm>
            <a:off x="8477250" y="2953569"/>
            <a:ext cx="3449637" cy="3448050"/>
          </a:xfrm>
        </p:spPr>
      </p:pic>
      <p:pic>
        <p:nvPicPr>
          <p:cNvPr id="11" name="Picture Placeholder 32" descr="Data Points Digital background">
            <a:extLst>
              <a:ext uri="{FF2B5EF4-FFF2-40B4-BE49-F238E27FC236}">
                <a16:creationId xmlns:a16="http://schemas.microsoft.com/office/drawing/2014/main" id="{7B1B8BF0-9150-41DE-8B17-3FB2FDC6C8DD}"/>
              </a:ext>
            </a:extLst>
          </p:cNvPr>
          <p:cNvPicPr>
            <a:picLocks noGrp="1" noChangeAspect="1"/>
          </p:cNvPicPr>
          <p:nvPr>
            <p:ph type="pic" sz="quarter" idx="14"/>
          </p:nvPr>
        </p:nvPicPr>
        <p:blipFill rotWithShape="1">
          <a:blip r:embed="rId2" cstate="screen">
            <a:extLst>
              <a:ext uri="{28A0092B-C50C-407E-A947-70E740481C1C}">
                <a14:useLocalDpi xmlns:a14="http://schemas.microsoft.com/office/drawing/2010/main" val="0"/>
              </a:ext>
            </a:extLst>
          </a:blip>
          <a:srcRect l="21677" r="21677"/>
          <a:stretch/>
        </p:blipFill>
        <p:spPr>
          <a:xfrm>
            <a:off x="9663112" y="131380"/>
            <a:ext cx="2263775" cy="2263775"/>
          </a:xfrm>
        </p:spPr>
      </p:pic>
      <p:pic>
        <p:nvPicPr>
          <p:cNvPr id="12" name="Picture Placeholder 32" descr="Data Points Digital background">
            <a:extLst>
              <a:ext uri="{FF2B5EF4-FFF2-40B4-BE49-F238E27FC236}">
                <a16:creationId xmlns:a16="http://schemas.microsoft.com/office/drawing/2014/main" id="{EEA57982-6BE8-4927-AC8B-1CB51FDFB377}"/>
              </a:ext>
            </a:extLst>
          </p:cNvPr>
          <p:cNvPicPr>
            <a:picLocks noGrp="1" noChangeAspect="1"/>
          </p:cNvPicPr>
          <p:nvPr>
            <p:ph type="pic" sz="quarter" idx="15"/>
          </p:nvPr>
        </p:nvPicPr>
        <p:blipFill rotWithShape="1">
          <a:blip r:embed="rId2" cstate="screen">
            <a:extLst>
              <a:ext uri="{28A0092B-C50C-407E-A947-70E740481C1C}">
                <a14:useLocalDpi xmlns:a14="http://schemas.microsoft.com/office/drawing/2010/main" val="0"/>
              </a:ext>
            </a:extLst>
          </a:blip>
          <a:srcRect l="21677" r="21677"/>
          <a:stretch/>
        </p:blipFill>
        <p:spPr>
          <a:xfrm>
            <a:off x="6618936" y="196900"/>
            <a:ext cx="2936875" cy="2936875"/>
          </a:xfrm>
        </p:spPr>
      </p:pic>
    </p:spTree>
    <p:extLst>
      <p:ext uri="{BB962C8B-B14F-4D97-AF65-F5344CB8AC3E}">
        <p14:creationId xmlns:p14="http://schemas.microsoft.com/office/powerpoint/2010/main" val="252368453"/>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8" presetClass="emph" presetSubtype="0" fill="hold" grpId="0" nodeType="clickEffect">
                                  <p:stCondLst>
                                    <p:cond delay="0"/>
                                  </p:stCondLst>
                                  <p:iterate type="lt">
                                    <p:tmPct val="10000"/>
                                  </p:iterate>
                                  <p:childTnLst>
                                    <p:animClr clrSpc="rgb" dir="cw">
                                      <p:cBhvr override="childStyle">
                                        <p:cTn id="6" dur="500" fill="hold"/>
                                        <p:tgtEl>
                                          <p:spTgt spid="2"/>
                                        </p:tgtEl>
                                        <p:attrNameLst>
                                          <p:attrName>style.color</p:attrName>
                                        </p:attrNameLst>
                                      </p:cBhvr>
                                      <p:to>
                                        <a:schemeClr val="accent2"/>
                                      </p:to>
                                    </p:animClr>
                                    <p:animClr clrSpc="rgb" dir="cw">
                                      <p:cBhvr>
                                        <p:cTn id="7" dur="500" fill="hold"/>
                                        <p:tgtEl>
                                          <p:spTgt spid="2"/>
                                        </p:tgtEl>
                                        <p:attrNameLst>
                                          <p:attrName>fillcolor</p:attrName>
                                        </p:attrNameLst>
                                      </p:cBhvr>
                                      <p:to>
                                        <a:schemeClr val="accent2"/>
                                      </p:to>
                                    </p:animClr>
                                    <p:set>
                                      <p:cBhvr>
                                        <p:cTn id="8" dur="500" fill="hold"/>
                                        <p:tgtEl>
                                          <p:spTgt spid="2"/>
                                        </p:tgtEl>
                                        <p:attrNameLst>
                                          <p:attrName>fill.type</p:attrName>
                                        </p:attrNameLst>
                                      </p:cBhvr>
                                      <p:to>
                                        <p:strVal val="solid"/>
                                      </p:to>
                                    </p:set>
                                    <p:anim to="1.5" calcmode="lin" valueType="num">
                                      <p:cBhvr override="childStyle">
                                        <p:cTn id="9" dur="500" fill="hold"/>
                                        <p:tgtEl>
                                          <p:spTgt spid="2"/>
                                        </p:tgtEl>
                                        <p:attrNameLst>
                                          <p:attrName>style.fontSize</p:attrName>
                                        </p:attrNameLst>
                                      </p:cBhvr>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 calcmode="lin" valueType="num">
                                      <p:cBhvr>
                                        <p:cTn id="14" dur="10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5" dur="1000" fill="hold"/>
                                        <p:tgtEl>
                                          <p:spTgt spid="3">
                                            <p:txEl>
                                              <p:pRg st="0" end="0"/>
                                            </p:txEl>
                                          </p:spTgt>
                                        </p:tgtEl>
                                        <p:attrNameLst>
                                          <p:attrName>ppt_h</p:attrName>
                                        </p:attrNameLst>
                                      </p:cBhvr>
                                      <p:tavLst>
                                        <p:tav tm="0">
                                          <p:val>
                                            <p:fltVal val="0"/>
                                          </p:val>
                                        </p:tav>
                                        <p:tav tm="100000">
                                          <p:val>
                                            <p:strVal val="#ppt_h"/>
                                          </p:val>
                                        </p:tav>
                                      </p:tavLst>
                                    </p:anim>
                                    <p:anim calcmode="lin" valueType="num">
                                      <p:cBhvr>
                                        <p:cTn id="16" dur="1000" fill="hold"/>
                                        <p:tgtEl>
                                          <p:spTgt spid="3">
                                            <p:txEl>
                                              <p:pRg st="0" end="0"/>
                                            </p:txEl>
                                          </p:spTgt>
                                        </p:tgtEl>
                                        <p:attrNameLst>
                                          <p:attrName>style.rotation</p:attrName>
                                        </p:attrNameLst>
                                      </p:cBhvr>
                                      <p:tavLst>
                                        <p:tav tm="0">
                                          <p:val>
                                            <p:fltVal val="90"/>
                                          </p:val>
                                        </p:tav>
                                        <p:tav tm="100000">
                                          <p:val>
                                            <p:fltVal val="0"/>
                                          </p:val>
                                        </p:tav>
                                      </p:tavLst>
                                    </p:anim>
                                    <p:animEffect transition="in" filter="fade">
                                      <p:cBhvr>
                                        <p:cTn id="17" dur="10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0" presetClass="entr" presetSubtype="0" decel="10000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 calcmode="lin" valueType="num">
                                      <p:cBhvr>
                                        <p:cTn id="22" dur="1000" fill="hold"/>
                                        <p:tgtEl>
                                          <p:spTgt spid="3">
                                            <p:txEl>
                                              <p:pRg st="1" end="1"/>
                                            </p:txEl>
                                          </p:spTgt>
                                        </p:tgtEl>
                                        <p:attrNameLst>
                                          <p:attrName>ppt_w</p:attrName>
                                        </p:attrNameLst>
                                      </p:cBhvr>
                                      <p:tavLst>
                                        <p:tav tm="0">
                                          <p:val>
                                            <p:strVal val="#ppt_w+.3"/>
                                          </p:val>
                                        </p:tav>
                                        <p:tav tm="100000">
                                          <p:val>
                                            <p:strVal val="#ppt_w"/>
                                          </p:val>
                                        </p:tav>
                                      </p:tavLst>
                                    </p:anim>
                                    <p:anim calcmode="lin" valueType="num">
                                      <p:cBhvr>
                                        <p:cTn id="23"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24" dur="1000"/>
                                        <p:tgtEl>
                                          <p:spTgt spid="3">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 calcmode="lin" valueType="num">
                                      <p:cBhvr additive="base">
                                        <p:cTn id="2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76720-8563-40E1-924B-1E34618B77FE}"/>
              </a:ext>
            </a:extLst>
          </p:cNvPr>
          <p:cNvSpPr>
            <a:spLocks noGrp="1"/>
          </p:cNvSpPr>
          <p:nvPr>
            <p:ph type="title"/>
          </p:nvPr>
        </p:nvSpPr>
        <p:spPr>
          <a:xfrm>
            <a:off x="550864" y="549275"/>
            <a:ext cx="3565524" cy="1598839"/>
          </a:xfrm>
        </p:spPr>
        <p:txBody>
          <a:bodyPr/>
          <a:lstStyle/>
          <a:p>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10.7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Đếm</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tam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giác</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13A4B35-4E06-415E-A4E0-0E3BF9941D49}"/>
              </a:ext>
            </a:extLst>
          </p:cNvPr>
          <p:cNvSpPr>
            <a:spLocks noGrp="1"/>
          </p:cNvSpPr>
          <p:nvPr>
            <p:ph idx="1"/>
          </p:nvPr>
        </p:nvSpPr>
        <p:spPr>
          <a:xfrm>
            <a:off x="550862" y="2293258"/>
            <a:ext cx="5960773" cy="3799568"/>
          </a:xfrm>
        </p:spPr>
        <p:txBody>
          <a:bodyPr/>
          <a:lstStyle/>
          <a:p>
            <a:pPr marL="285750" indent="-285750">
              <a:buFont typeface="Wingdings" panose="05000000000000000000" pitchFamily="2" charset="2"/>
              <a:buChar char="q"/>
            </a:pPr>
            <a:r>
              <a:rPr lang="vi-VN" b="1" dirty="0">
                <a:effectLst/>
                <a:latin typeface="Times New Roman" panose="02020603050405020304" pitchFamily="18" charset="0"/>
                <a:ea typeface="Cousine"/>
              </a:rPr>
              <a:t>Tìm Tam giác bằng MapReduce: </a:t>
            </a:r>
            <a:endParaRPr lang="en-US" b="1" dirty="0">
              <a:effectLst/>
              <a:latin typeface="Times New Roman" panose="02020603050405020304" pitchFamily="18" charset="0"/>
              <a:ea typeface="Calibri" panose="020F0502020204030204" pitchFamily="34" charset="0"/>
            </a:endParaRPr>
          </a:p>
          <a:p>
            <a:pPr lvl="1">
              <a:buFont typeface="Wingdings" panose="05000000000000000000" pitchFamily="2" charset="2"/>
              <a:buChar char="§"/>
            </a:pPr>
            <a:r>
              <a:rPr lang="vi-VN" sz="1800" dirty="0">
                <a:effectLst/>
                <a:latin typeface="Times New Roman" panose="02020603050405020304" pitchFamily="18" charset="0"/>
                <a:ea typeface="Cousine"/>
              </a:rPr>
              <a:t>Chúng ta có thể tìm thấy các tam giác trong một vòng MapReduce bằng cách coi nó như một phép nối ba chiều</a:t>
            </a:r>
            <a:endParaRPr lang="en-US" sz="1800" dirty="0">
              <a:effectLst/>
              <a:latin typeface="Times New Roman" panose="02020603050405020304" pitchFamily="18" charset="0"/>
              <a:ea typeface="Cousine"/>
            </a:endParaRPr>
          </a:p>
          <a:p>
            <a:pPr lvl="1">
              <a:buFont typeface="Wingdings" panose="05000000000000000000" pitchFamily="2" charset="2"/>
              <a:buChar char="§"/>
            </a:pPr>
            <a:r>
              <a:rPr lang="vi-VN" sz="1800" dirty="0">
                <a:effectLst/>
                <a:latin typeface="Times New Roman" panose="02020603050405020304" pitchFamily="18" charset="0"/>
                <a:ea typeface="Cousine"/>
              </a:rPr>
              <a:t>Mỗi cạnh phải được gửi đến một số bộ giảm tỉ lệ với căn bậc hai của tổng số bộ giảm và tổng thời gian tính toán dành cho tất cả các bộ giảm tỉ lệ với thời gian của thuật toán nối tiếp để tìm tam giác.</a:t>
            </a:r>
            <a:endParaRPr lang="en-US" dirty="0"/>
          </a:p>
        </p:txBody>
      </p:sp>
      <p:sp>
        <p:nvSpPr>
          <p:cNvPr id="7" name="Date Placeholder 6">
            <a:extLst>
              <a:ext uri="{FF2B5EF4-FFF2-40B4-BE49-F238E27FC236}">
                <a16:creationId xmlns:a16="http://schemas.microsoft.com/office/drawing/2014/main" id="{3F3EF32A-E5F0-4393-84E7-A78940F7304E}"/>
              </a:ext>
            </a:extLst>
          </p:cNvPr>
          <p:cNvSpPr>
            <a:spLocks noGrp="1"/>
          </p:cNvSpPr>
          <p:nvPr>
            <p:ph type="dt" sz="half" idx="10"/>
          </p:nvPr>
        </p:nvSpPr>
        <p:spPr/>
        <p:txBody>
          <a:bodyPr/>
          <a:lstStyle/>
          <a:p>
            <a:r>
              <a:rPr lang="en-US"/>
              <a:t>Tuesday, February 2, 20XX</a:t>
            </a:r>
          </a:p>
        </p:txBody>
      </p:sp>
      <p:sp>
        <p:nvSpPr>
          <p:cNvPr id="8" name="Footer Placeholder 7">
            <a:extLst>
              <a:ext uri="{FF2B5EF4-FFF2-40B4-BE49-F238E27FC236}">
                <a16:creationId xmlns:a16="http://schemas.microsoft.com/office/drawing/2014/main" id="{2FF47A38-7BC9-4441-B7C1-9A79CCCE1EB8}"/>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36B2B67D-7CCA-4232-A6A5-BEFB981EEBF7}"/>
              </a:ext>
            </a:extLst>
          </p:cNvPr>
          <p:cNvSpPr>
            <a:spLocks noGrp="1"/>
          </p:cNvSpPr>
          <p:nvPr>
            <p:ph type="sldNum" sz="quarter" idx="12"/>
          </p:nvPr>
        </p:nvSpPr>
        <p:spPr/>
        <p:txBody>
          <a:bodyPr/>
          <a:lstStyle/>
          <a:p>
            <a:fld id="{DBA1B0FB-D917-4C8C-928F-313BD683BF39}" type="slidenum">
              <a:rPr lang="en-US" smtClean="0"/>
              <a:t>20</a:t>
            </a:fld>
            <a:endParaRPr lang="en-US"/>
          </a:p>
        </p:txBody>
      </p:sp>
      <p:pic>
        <p:nvPicPr>
          <p:cNvPr id="10" name="Picture Placeholder 32" descr="Data Points Digital background">
            <a:extLst>
              <a:ext uri="{FF2B5EF4-FFF2-40B4-BE49-F238E27FC236}">
                <a16:creationId xmlns:a16="http://schemas.microsoft.com/office/drawing/2014/main" id="{40F610EC-C44E-4C4F-9993-79FA3E8EA8AD}"/>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l="21664" r="21664"/>
          <a:stretch/>
        </p:blipFill>
        <p:spPr>
          <a:xfrm>
            <a:off x="7747286" y="1845591"/>
            <a:ext cx="3449637" cy="3448050"/>
          </a:xfrm>
        </p:spPr>
      </p:pic>
    </p:spTree>
    <p:extLst>
      <p:ext uri="{BB962C8B-B14F-4D97-AF65-F5344CB8AC3E}">
        <p14:creationId xmlns:p14="http://schemas.microsoft.com/office/powerpoint/2010/main" val="2203512356"/>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down)">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1" name="Freeform: Shape 13">
            <a:extLst>
              <a:ext uri="{FF2B5EF4-FFF2-40B4-BE49-F238E27FC236}">
                <a16:creationId xmlns:a16="http://schemas.microsoft.com/office/drawing/2014/main" id="{82184FF4-7029-4ED7-813A-192E606087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612445" y="481888"/>
            <a:ext cx="1080000" cy="1262947"/>
          </a:xfrm>
          <a:custGeom>
            <a:avLst/>
            <a:gdLst/>
            <a:ahLst/>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2" name="Oval 15">
            <a:extLst>
              <a:ext uri="{FF2B5EF4-FFF2-40B4-BE49-F238E27FC236}">
                <a16:creationId xmlns:a16="http://schemas.microsoft.com/office/drawing/2014/main" id="{AAA7AB09-557C-41AD-9113-FF9F68FA10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3" name="Oval 17">
            <a:extLst>
              <a:ext uri="{FF2B5EF4-FFF2-40B4-BE49-F238E27FC236}">
                <a16:creationId xmlns:a16="http://schemas.microsoft.com/office/drawing/2014/main" id="{EF99ECAA-1F11-4937-BBA6-51935AB44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19">
            <a:extLst>
              <a:ext uri="{FF2B5EF4-FFF2-40B4-BE49-F238E27FC236}">
                <a16:creationId xmlns:a16="http://schemas.microsoft.com/office/drawing/2014/main" id="{79DE9FAB-6BBA-4CFE-B67D-77B47F01EC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29952" y="4524379"/>
            <a:ext cx="1980001" cy="1363916"/>
            <a:chOff x="4879602" y="3781429"/>
            <a:chExt cx="1980001" cy="1363916"/>
          </a:xfrm>
        </p:grpSpPr>
        <p:sp>
          <p:nvSpPr>
            <p:cNvPr id="35" name="Freeform: Shape 20">
              <a:extLst>
                <a:ext uri="{FF2B5EF4-FFF2-40B4-BE49-F238E27FC236}">
                  <a16:creationId xmlns:a16="http://schemas.microsoft.com/office/drawing/2014/main" id="{79FAC916-D9BB-4794-81B4-7C47C67E85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Freeform: Shape 21">
              <a:extLst>
                <a:ext uri="{FF2B5EF4-FFF2-40B4-BE49-F238E27FC236}">
                  <a16:creationId xmlns:a16="http://schemas.microsoft.com/office/drawing/2014/main" id="{B5CA2231-7A65-4D16-8400-A210CC41DB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7" name="Oval 22">
              <a:extLst>
                <a:ext uri="{FF2B5EF4-FFF2-40B4-BE49-F238E27FC236}">
                  <a16:creationId xmlns:a16="http://schemas.microsoft.com/office/drawing/2014/main" id="{4B089C8C-B82B-4704-88E2-E857A5E21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23">
              <a:extLst>
                <a:ext uri="{FF2B5EF4-FFF2-40B4-BE49-F238E27FC236}">
                  <a16:creationId xmlns:a16="http://schemas.microsoft.com/office/drawing/2014/main" id="{434B90C8-5B4D-456E-AD99-80EF748FDD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useBgFill="1">
        <p:nvSpPr>
          <p:cNvPr id="39" name="Rectangle 25">
            <a:extLst>
              <a:ext uri="{FF2B5EF4-FFF2-40B4-BE49-F238E27FC236}">
                <a16:creationId xmlns:a16="http://schemas.microsoft.com/office/drawing/2014/main" id="{1DB043B4-68C6-45B9-82AC-A5800EADB8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Placeholder 24" descr="Digital Graph Screen">
            <a:extLst>
              <a:ext uri="{FF2B5EF4-FFF2-40B4-BE49-F238E27FC236}">
                <a16:creationId xmlns:a16="http://schemas.microsoft.com/office/drawing/2014/main" id="{32BE64CF-5D38-43A6-9096-B33BD3C2EFF4}"/>
              </a:ext>
            </a:extLst>
          </p:cNvPr>
          <p:cNvPicPr>
            <a:picLocks noGrp="1" noChangeAspect="1"/>
          </p:cNvPicPr>
          <p:nvPr>
            <p:ph type="pic" sz="quarter" idx="16"/>
          </p:nvPr>
        </p:nvPicPr>
        <p:blipFill rotWithShape="1">
          <a:blip r:embed="rId2" cstate="screen">
            <a:extLst>
              <a:ext uri="{28A0092B-C50C-407E-A947-70E740481C1C}">
                <a14:useLocalDpi xmlns:a14="http://schemas.microsoft.com/office/drawing/2010/main" val="0"/>
              </a:ext>
            </a:extLst>
          </a:blip>
          <a:srcRect t="26025" b="28553"/>
          <a:stretch/>
        </p:blipFill>
        <p:spPr>
          <a:xfrm>
            <a:off x="20" y="1"/>
            <a:ext cx="12191980" cy="6858000"/>
          </a:xfrm>
          <a:custGeom>
            <a:avLst/>
            <a:gdLst/>
            <a:ahLst/>
            <a:cxnLst/>
            <a:rect l="l" t="t" r="r" b="b"/>
            <a:pathLst>
              <a:path w="12192000" h="6858000">
                <a:moveTo>
                  <a:pt x="0" y="0"/>
                </a:moveTo>
                <a:lnTo>
                  <a:pt x="12192000" y="0"/>
                </a:lnTo>
                <a:lnTo>
                  <a:pt x="12192000" y="6858000"/>
                </a:lnTo>
                <a:lnTo>
                  <a:pt x="0" y="6858000"/>
                </a:lnTo>
                <a:close/>
              </a:path>
            </a:pathLst>
          </a:custGeom>
        </p:spPr>
      </p:pic>
      <p:sp>
        <p:nvSpPr>
          <p:cNvPr id="40" name="Rectangle 27">
            <a:extLst>
              <a:ext uri="{FF2B5EF4-FFF2-40B4-BE49-F238E27FC236}">
                <a16:creationId xmlns:a16="http://schemas.microsoft.com/office/drawing/2014/main" id="{3C64A91D-E535-4C24-A0E3-96A3810E3F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773729"/>
            <a:ext cx="12192000" cy="1084271"/>
          </a:xfrm>
          <a:prstGeom prst="rect">
            <a:avLst/>
          </a:prstGeom>
          <a:gradFill flip="none" rotWithShape="1">
            <a:gsLst>
              <a:gs pos="90000">
                <a:schemeClr val="bg2">
                  <a:alpha val="60000"/>
                </a:schemeClr>
              </a:gs>
              <a:gs pos="28000">
                <a:schemeClr val="bg2">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26FC4867-BA3E-4F8E-AB23-684F34DF3D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3"/>
            <a:ext cx="9000000" cy="6857998"/>
          </a:xfrm>
          <a:prstGeom prst="rect">
            <a:avLst/>
          </a:prstGeom>
          <a:gradFill flip="none" rotWithShape="1">
            <a:gsLst>
              <a:gs pos="50000">
                <a:schemeClr val="bg2">
                  <a:alpha val="60000"/>
                </a:schemeClr>
              </a:gs>
              <a:gs pos="0">
                <a:schemeClr val="bg2">
                  <a:alpha val="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6C1B70-9F7A-419C-A62C-C052DB05B8FD}"/>
              </a:ext>
            </a:extLst>
          </p:cNvPr>
          <p:cNvSpPr>
            <a:spLocks noGrp="1"/>
          </p:cNvSpPr>
          <p:nvPr>
            <p:ph type="ctrTitle"/>
          </p:nvPr>
        </p:nvSpPr>
        <p:spPr>
          <a:xfrm>
            <a:off x="550863" y="549276"/>
            <a:ext cx="6099319" cy="1431778"/>
          </a:xfrm>
        </p:spPr>
        <p:txBody>
          <a:bodyPr vert="horz" wrap="square" lIns="0" tIns="0" rIns="0" bIns="0" rtlCol="0" anchor="b" anchorCtr="0">
            <a:normAutofit/>
          </a:bodyPr>
          <a:lstStyle/>
          <a:p>
            <a:pPr>
              <a:lnSpc>
                <a:spcPct val="100000"/>
              </a:lnSpc>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10.8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Thuộc</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tính</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lân</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cận</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đồ</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thị</a:t>
            </a:r>
            <a:br>
              <a:rPr lang="en-US" sz="3200" b="1" dirty="0">
                <a:effectLst/>
                <a:latin typeface="Times New Roman" panose="02020603050405020304" pitchFamily="18" charset="0"/>
                <a:ea typeface="Calibri" panose="020F0502020204030204" pitchFamily="34" charset="0"/>
                <a:cs typeface="Times New Roman" panose="02020603050405020304" pitchFamily="18" charset="0"/>
              </a:rPr>
            </a:br>
            <a:endParaRPr lang="en-US" sz="3200" b="1" kern="1200" dirty="0">
              <a:solidFill>
                <a:schemeClr val="tx1"/>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29ABBA2C-F375-42B7-ADE9-98F8945D39D1}"/>
              </a:ext>
            </a:extLst>
          </p:cNvPr>
          <p:cNvSpPr>
            <a:spLocks noGrp="1"/>
          </p:cNvSpPr>
          <p:nvPr>
            <p:ph type="subTitle" idx="1"/>
          </p:nvPr>
        </p:nvSpPr>
        <p:spPr>
          <a:xfrm>
            <a:off x="550863" y="2329509"/>
            <a:ext cx="9299693" cy="3763317"/>
          </a:xfrm>
        </p:spPr>
        <p:txBody>
          <a:bodyPr vert="horz" wrap="square" lIns="0" tIns="0" rIns="0" bIns="0" rtlCol="0">
            <a:normAutofit/>
          </a:bodyPr>
          <a:lstStyle/>
          <a:p>
            <a:pPr marL="285750" indent="-285750">
              <a:lnSpc>
                <a:spcPct val="100000"/>
              </a:lnSpc>
              <a:buFont typeface="Wingdings" panose="05000000000000000000" pitchFamily="2" charset="2"/>
              <a:buChar char="q"/>
            </a:pPr>
            <a:r>
              <a:rPr lang="en-US" sz="2000" b="1" dirty="0" err="1">
                <a:effectLst/>
                <a:latin typeface="Times New Roman" panose="02020603050405020304" pitchFamily="18" charset="0"/>
                <a:ea typeface="Calibri" panose="020F0502020204030204" pitchFamily="34" charset="0"/>
              </a:rPr>
              <a:t>Vùng</a:t>
            </a:r>
            <a:r>
              <a:rPr lang="en-US" sz="2000" b="1" dirty="0">
                <a:effectLst/>
                <a:latin typeface="Times New Roman" panose="02020603050405020304" pitchFamily="18" charset="0"/>
                <a:ea typeface="Calibri" panose="020F0502020204030204" pitchFamily="34" charset="0"/>
              </a:rPr>
              <a:t> </a:t>
            </a:r>
            <a:r>
              <a:rPr lang="en-US" sz="2000" b="1" dirty="0" err="1">
                <a:effectLst/>
                <a:latin typeface="Times New Roman" panose="02020603050405020304" pitchFamily="18" charset="0"/>
                <a:ea typeface="Calibri" panose="020F0502020204030204" pitchFamily="34" charset="0"/>
              </a:rPr>
              <a:t>lân</a:t>
            </a:r>
            <a:r>
              <a:rPr lang="en-US" sz="2000" b="1" dirty="0">
                <a:effectLst/>
                <a:latin typeface="Times New Roman" panose="02020603050405020304" pitchFamily="18" charset="0"/>
                <a:ea typeface="Calibri" panose="020F0502020204030204" pitchFamily="34" charset="0"/>
              </a:rPr>
              <a:t> </a:t>
            </a:r>
            <a:r>
              <a:rPr lang="en-US" sz="2000" b="1" dirty="0" err="1">
                <a:effectLst/>
                <a:latin typeface="Times New Roman" panose="02020603050405020304" pitchFamily="18" charset="0"/>
                <a:ea typeface="Calibri" panose="020F0502020204030204" pitchFamily="34" charset="0"/>
              </a:rPr>
              <a:t>cận</a:t>
            </a:r>
            <a:r>
              <a:rPr lang="en-US" sz="2000" b="1" dirty="0">
                <a:effectLst/>
                <a:latin typeface="Times New Roman" panose="02020603050405020304" pitchFamily="18" charset="0"/>
                <a:ea typeface="Calibri" panose="020F0502020204030204" pitchFamily="34" charset="0"/>
              </a:rPr>
              <a:t>:</a:t>
            </a:r>
          </a:p>
          <a:p>
            <a:pPr lvl="1">
              <a:lnSpc>
                <a:spcPct val="100000"/>
              </a:lnSpc>
              <a:buFont typeface="Wingdings" panose="05000000000000000000" pitchFamily="2" charset="2"/>
              <a:buChar char="§"/>
            </a:pPr>
            <a:r>
              <a:rPr lang="vi-VN" sz="1900" dirty="0">
                <a:effectLst/>
                <a:latin typeface="Times New Roman" panose="02020603050405020304" pitchFamily="18" charset="0"/>
                <a:ea typeface="Cousine"/>
                <a:cs typeface="Times New Roman" panose="02020603050405020304" pitchFamily="18" charset="0"/>
              </a:rPr>
              <a:t>Vùng lân cận của bán kính d đối với nút v trong đồ thị có hướng hoặc vô hướng là tập hợp các nút có thể tới được từ v dọc theo các đường đi có độ dài tối đa là d.</a:t>
            </a:r>
            <a:endParaRPr lang="en-US" sz="1900" dirty="0">
              <a:latin typeface="Times New Roman" panose="02020603050405020304" pitchFamily="18" charset="0"/>
              <a:ea typeface="Cousine"/>
              <a:cs typeface="Times New Roman" panose="02020603050405020304" pitchFamily="18" charset="0"/>
            </a:endParaRPr>
          </a:p>
          <a:p>
            <a:pPr lvl="1">
              <a:lnSpc>
                <a:spcPct val="100000"/>
              </a:lnSpc>
              <a:buFont typeface="Wingdings" panose="05000000000000000000" pitchFamily="2" charset="2"/>
              <a:buChar char="§"/>
            </a:pPr>
            <a:r>
              <a:rPr lang="vi-VN" sz="1900" dirty="0">
                <a:effectLst/>
                <a:latin typeface="Times New Roman" panose="02020603050405020304" pitchFamily="18" charset="0"/>
                <a:ea typeface="Cousine"/>
                <a:cs typeface="Times New Roman" panose="02020603050405020304" pitchFamily="18" charset="0"/>
              </a:rPr>
              <a:t>Hồ sơ vùng lân cận của một nút là chuỗi các kích</a:t>
            </a:r>
            <a:r>
              <a:rPr lang="vi-VN" sz="1900" spc="-215" dirty="0">
                <a:effectLst/>
                <a:latin typeface="Times New Roman" panose="02020603050405020304" pitchFamily="18" charset="0"/>
                <a:ea typeface="Cousine"/>
                <a:cs typeface="Times New Roman" panose="02020603050405020304" pitchFamily="18" charset="0"/>
              </a:rPr>
              <a:t> </a:t>
            </a:r>
            <a:r>
              <a:rPr lang="vi-VN" sz="1900" dirty="0">
                <a:effectLst/>
                <a:latin typeface="Times New Roman" panose="02020603050405020304" pitchFamily="18" charset="0"/>
                <a:ea typeface="Cousine"/>
                <a:cs typeface="Times New Roman" panose="02020603050405020304" pitchFamily="18" charset="0"/>
              </a:rPr>
              <a:t>thước vùng lân cận cho tất cả các khoảng cách từ 1 trở lên.</a:t>
            </a:r>
            <a:endParaRPr lang="en-US" sz="1900" dirty="0">
              <a:effectLst/>
              <a:latin typeface="Times New Roman" panose="02020603050405020304" pitchFamily="18" charset="0"/>
              <a:ea typeface="Cousine"/>
              <a:cs typeface="Times New Roman" panose="02020603050405020304" pitchFamily="18" charset="0"/>
            </a:endParaRPr>
          </a:p>
          <a:p>
            <a:pPr lvl="1">
              <a:lnSpc>
                <a:spcPct val="100000"/>
              </a:lnSpc>
              <a:buFont typeface="Wingdings" panose="05000000000000000000" pitchFamily="2" charset="2"/>
              <a:buChar char="§"/>
            </a:pPr>
            <a:r>
              <a:rPr lang="vi-VN" sz="1900" dirty="0">
                <a:effectLst/>
                <a:latin typeface="Times New Roman" panose="02020603050405020304" pitchFamily="18" charset="0"/>
                <a:ea typeface="Cousine"/>
                <a:cs typeface="Times New Roman" panose="02020603050405020304" pitchFamily="18" charset="0"/>
              </a:rPr>
              <a:t>Đường kính của một đồ thị liên thông là d nhỏ nhất mà vùng lân cận của bán kính d đối với bất kỳ nút bắt đầu nào bao gồm toàn bộ đồ</a:t>
            </a:r>
            <a:r>
              <a:rPr lang="vi-VN" sz="1900" spc="-55" dirty="0">
                <a:effectLst/>
                <a:latin typeface="Times New Roman" panose="02020603050405020304" pitchFamily="18" charset="0"/>
                <a:ea typeface="Cousine"/>
                <a:cs typeface="Times New Roman" panose="02020603050405020304" pitchFamily="18" charset="0"/>
              </a:rPr>
              <a:t> </a:t>
            </a:r>
            <a:r>
              <a:rPr lang="vi-VN" sz="1900" dirty="0">
                <a:effectLst/>
                <a:latin typeface="Times New Roman" panose="02020603050405020304" pitchFamily="18" charset="0"/>
                <a:ea typeface="Cousine"/>
                <a:cs typeface="Times New Roman" panose="02020603050405020304" pitchFamily="18" charset="0"/>
              </a:rPr>
              <a:t>thị.</a:t>
            </a:r>
            <a:endParaRPr lang="en-US" sz="1900" dirty="0">
              <a:effectLst/>
              <a:latin typeface="Times New Roman" panose="02020603050405020304" pitchFamily="18" charset="0"/>
              <a:ea typeface="Cousine"/>
              <a:cs typeface="Times New Roman" panose="02020603050405020304" pitchFamily="18" charset="0"/>
            </a:endParaRPr>
          </a:p>
          <a:p>
            <a:pPr lvl="1">
              <a:lnSpc>
                <a:spcPct val="100000"/>
              </a:lnSpc>
              <a:buFont typeface="Wingdings" panose="05000000000000000000" pitchFamily="2" charset="2"/>
              <a:buChar char="§"/>
            </a:pPr>
            <a:endParaRPr lang="en-US" sz="1000" kern="1200" dirty="0">
              <a:latin typeface="+mn-lt"/>
              <a:ea typeface="+mn-ea"/>
              <a:cs typeface="+mn-cs"/>
            </a:endParaRPr>
          </a:p>
        </p:txBody>
      </p:sp>
      <p:sp>
        <p:nvSpPr>
          <p:cNvPr id="6" name="Date Placeholder 5">
            <a:extLst>
              <a:ext uri="{FF2B5EF4-FFF2-40B4-BE49-F238E27FC236}">
                <a16:creationId xmlns:a16="http://schemas.microsoft.com/office/drawing/2014/main" id="{18F896FE-C78F-4E74-B6B4-52632E76A801}"/>
              </a:ext>
            </a:extLst>
          </p:cNvPr>
          <p:cNvSpPr>
            <a:spLocks noGrp="1"/>
          </p:cNvSpPr>
          <p:nvPr>
            <p:ph type="dt" sz="half" idx="10"/>
          </p:nvPr>
        </p:nvSpPr>
        <p:spPr>
          <a:xfrm>
            <a:off x="550863" y="6507212"/>
            <a:ext cx="2628900" cy="153888"/>
          </a:xfrm>
        </p:spPr>
        <p:txBody>
          <a:bodyPr vert="horz" wrap="square" lIns="0" tIns="0" rIns="0" bIns="0" rtlCol="0" anchor="ctr">
            <a:normAutofit/>
          </a:bodyPr>
          <a:lstStyle/>
          <a:p>
            <a:pPr>
              <a:spcAft>
                <a:spcPts val="600"/>
              </a:spcAft>
            </a:pPr>
            <a:r>
              <a:rPr lang="en-US">
                <a:solidFill>
                  <a:schemeClr val="tx1">
                    <a:alpha val="80000"/>
                  </a:schemeClr>
                </a:solidFill>
              </a:rPr>
              <a:t>Tuesday, February 2, 20XX</a:t>
            </a:r>
          </a:p>
        </p:txBody>
      </p:sp>
      <p:sp>
        <p:nvSpPr>
          <p:cNvPr id="7" name="Footer Placeholder 6">
            <a:extLst>
              <a:ext uri="{FF2B5EF4-FFF2-40B4-BE49-F238E27FC236}">
                <a16:creationId xmlns:a16="http://schemas.microsoft.com/office/drawing/2014/main" id="{85EC9F7C-77CA-49F1-A6F8-1DC68CCF238A}"/>
              </a:ext>
            </a:extLst>
          </p:cNvPr>
          <p:cNvSpPr>
            <a:spLocks noGrp="1"/>
          </p:cNvSpPr>
          <p:nvPr>
            <p:ph type="ftr" sz="quarter" idx="11"/>
          </p:nvPr>
        </p:nvSpPr>
        <p:spPr>
          <a:xfrm>
            <a:off x="3359150" y="6507212"/>
            <a:ext cx="6379210" cy="153888"/>
          </a:xfrm>
        </p:spPr>
        <p:txBody>
          <a:bodyPr vert="horz" wrap="square" lIns="0" tIns="0" rIns="0" bIns="0" rtlCol="0" anchor="ctr">
            <a:normAutofit/>
          </a:bodyPr>
          <a:lstStyle/>
          <a:p>
            <a:pPr>
              <a:spcAft>
                <a:spcPts val="600"/>
              </a:spcAft>
            </a:pPr>
            <a:r>
              <a:rPr lang="en-US" kern="1200">
                <a:solidFill>
                  <a:schemeClr val="tx1">
                    <a:alpha val="80000"/>
                  </a:schemeClr>
                </a:solidFill>
                <a:latin typeface="+mn-lt"/>
                <a:ea typeface="+mn-ea"/>
                <a:cs typeface="+mn-cs"/>
              </a:rPr>
              <a:t>Sample Footer Text</a:t>
            </a:r>
          </a:p>
        </p:txBody>
      </p:sp>
      <p:sp>
        <p:nvSpPr>
          <p:cNvPr id="8" name="Slide Number Placeholder 7">
            <a:extLst>
              <a:ext uri="{FF2B5EF4-FFF2-40B4-BE49-F238E27FC236}">
                <a16:creationId xmlns:a16="http://schemas.microsoft.com/office/drawing/2014/main" id="{48D9E67E-BD52-4487-B97A-87C931D8CAE1}"/>
              </a:ext>
            </a:extLst>
          </p:cNvPr>
          <p:cNvSpPr>
            <a:spLocks noGrp="1"/>
          </p:cNvSpPr>
          <p:nvPr>
            <p:ph type="sldNum" sz="quarter" idx="12"/>
          </p:nvPr>
        </p:nvSpPr>
        <p:spPr>
          <a:xfrm>
            <a:off x="9948863" y="6507212"/>
            <a:ext cx="1692274" cy="153888"/>
          </a:xfrm>
        </p:spPr>
        <p:txBody>
          <a:bodyPr vert="horz" wrap="square" lIns="0" tIns="0" rIns="0" bIns="0" rtlCol="0" anchor="ctr">
            <a:normAutofit/>
          </a:bodyPr>
          <a:lstStyle/>
          <a:p>
            <a:pPr>
              <a:spcAft>
                <a:spcPts val="600"/>
              </a:spcAft>
            </a:pPr>
            <a:fld id="{DBA1B0FB-D917-4C8C-928F-313BD683BF39}" type="slidenum">
              <a:rPr lang="en-US" smtClean="0">
                <a:solidFill>
                  <a:schemeClr val="tx1">
                    <a:alpha val="80000"/>
                  </a:schemeClr>
                </a:solidFill>
              </a:rPr>
              <a:pPr>
                <a:spcAft>
                  <a:spcPts val="600"/>
                </a:spcAft>
              </a:pPr>
              <a:t>21</a:t>
            </a:fld>
            <a:endParaRPr lang="en-US">
              <a:solidFill>
                <a:schemeClr val="tx1">
                  <a:alpha val="80000"/>
                </a:schemeClr>
              </a:solidFill>
            </a:endParaRPr>
          </a:p>
        </p:txBody>
      </p:sp>
    </p:spTree>
    <p:extLst>
      <p:ext uri="{BB962C8B-B14F-4D97-AF65-F5344CB8AC3E}">
        <p14:creationId xmlns:p14="http://schemas.microsoft.com/office/powerpoint/2010/main" val="3765983112"/>
      </p:ext>
    </p:extLst>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grpId="0" nodeType="clickEffect">
                                  <p:stCondLst>
                                    <p:cond delay="0"/>
                                  </p:stCondLst>
                                  <p:childTnLst>
                                    <p:animRot by="21600000">
                                      <p:cBhvr>
                                        <p:cTn id="6" dur="2000" fill="hold"/>
                                        <p:tgtEl>
                                          <p:spTgt spid="2"/>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53" presetClass="entr" presetSubtype="16"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p:cTn id="11"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2"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3" dur="500"/>
                                        <p:tgtEl>
                                          <p:spTgt spid="3">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7"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1000"/>
                                        <p:tgtEl>
                                          <p:spTgt spid="3">
                                            <p:txEl>
                                              <p:pRg st="1" end="1"/>
                                            </p:txEl>
                                          </p:spTgt>
                                        </p:tgtEl>
                                      </p:cBhvr>
                                    </p:animEffect>
                                    <p:anim calcmode="lin" valueType="num">
                                      <p:cBhvr>
                                        <p:cTn id="1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7" presetClass="entr" presetSubtype="1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p:cTn id="25"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6" dur="5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31"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p:cTn id="31"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32"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33"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34" dur="1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998" y="5334748"/>
            <a:ext cx="678135" cy="990000"/>
            <a:chOff x="10490969" y="1448827"/>
            <a:chExt cx="678135" cy="990000"/>
          </a:xfrm>
        </p:grpSpPr>
        <p:sp>
          <p:nvSpPr>
            <p:cNvPr id="11" name="Freeform: Shape 10">
              <a:extLst>
                <a:ext uri="{FF2B5EF4-FFF2-40B4-BE49-F238E27FC236}">
                  <a16:creationId xmlns:a16="http://schemas.microsoft.com/office/drawing/2014/main" id="{02ECB475-568C-47AC-B16D-2E202DEB2D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Oval 11">
              <a:extLst>
                <a:ext uri="{FF2B5EF4-FFF2-40B4-BE49-F238E27FC236}">
                  <a16:creationId xmlns:a16="http://schemas.microsoft.com/office/drawing/2014/main" id="{080D8764-525A-441E-B58F-068E82F097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Oval 12">
              <a:extLst>
                <a:ext uri="{FF2B5EF4-FFF2-40B4-BE49-F238E27FC236}">
                  <a16:creationId xmlns:a16="http://schemas.microsoft.com/office/drawing/2014/main" id="{11196109-6F2B-4738-B2FC-2CCC753AA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Freeform: Shape 13">
              <a:extLst>
                <a:ext uri="{FF2B5EF4-FFF2-40B4-BE49-F238E27FC236}">
                  <a16:creationId xmlns:a16="http://schemas.microsoft.com/office/drawing/2014/main" id="{F7E468C2-69B8-470B-85E3-801A3CB1D7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16" name="Rectangle 15">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2065C8-87FE-4582-8997-59E222073FA2}"/>
              </a:ext>
            </a:extLst>
          </p:cNvPr>
          <p:cNvSpPr>
            <a:spLocks noGrp="1"/>
          </p:cNvSpPr>
          <p:nvPr>
            <p:ph type="ctrTitle"/>
          </p:nvPr>
        </p:nvSpPr>
        <p:spPr>
          <a:xfrm>
            <a:off x="550864" y="549276"/>
            <a:ext cx="5960772" cy="1024992"/>
          </a:xfrm>
        </p:spPr>
        <p:txBody>
          <a:bodyPr vert="horz" wrap="square" lIns="0" tIns="0" rIns="0" bIns="0" rtlCol="0" anchor="b" anchorCtr="0">
            <a:normAutofit/>
          </a:bodyPr>
          <a:lstStyle/>
          <a:p>
            <a:pPr>
              <a:lnSpc>
                <a:spcPct val="100000"/>
              </a:lnSpc>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10.8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Thuộc</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tính</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lân</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cận</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đồ</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thị</a:t>
            </a:r>
            <a:endParaRPr lang="en-US" sz="3200" kern="1200" dirty="0">
              <a:solidFill>
                <a:schemeClr val="tx1"/>
              </a:solidFill>
              <a:latin typeface="+mj-lt"/>
              <a:ea typeface="+mj-ea"/>
              <a:cs typeface="+mj-cs"/>
            </a:endParaRPr>
          </a:p>
        </p:txBody>
      </p:sp>
      <p:sp>
        <p:nvSpPr>
          <p:cNvPr id="4" name="Text Placeholder 3">
            <a:extLst>
              <a:ext uri="{FF2B5EF4-FFF2-40B4-BE49-F238E27FC236}">
                <a16:creationId xmlns:a16="http://schemas.microsoft.com/office/drawing/2014/main" id="{6BA2169A-E204-4EDB-8F5A-A952CD8DAEDA}"/>
              </a:ext>
            </a:extLst>
          </p:cNvPr>
          <p:cNvSpPr>
            <a:spLocks noGrp="1"/>
          </p:cNvSpPr>
          <p:nvPr>
            <p:ph type="body" sz="quarter" idx="14"/>
          </p:nvPr>
        </p:nvSpPr>
        <p:spPr>
          <a:xfrm>
            <a:off x="550863" y="2293258"/>
            <a:ext cx="5545137" cy="3799568"/>
          </a:xfrm>
        </p:spPr>
        <p:txBody>
          <a:bodyPr vert="horz" wrap="square" lIns="0" tIns="0" rIns="0" bIns="0" rtlCol="0" anchor="t">
            <a:normAutofit/>
          </a:bodyPr>
          <a:lstStyle/>
          <a:p>
            <a:pPr marL="285750" indent="-285750">
              <a:buFont typeface="Wingdings" panose="05000000000000000000" pitchFamily="2" charset="2"/>
              <a:buChar char="q"/>
            </a:pPr>
            <a:r>
              <a:rPr lang="en-US" b="1" dirty="0" err="1">
                <a:effectLst/>
                <a:latin typeface="Times New Roman" panose="02020603050405020304" pitchFamily="18" charset="0"/>
                <a:ea typeface="Calibri" panose="020F0502020204030204" pitchFamily="34" charset="0"/>
              </a:rPr>
              <a:t>Đóng</a:t>
            </a:r>
            <a:r>
              <a:rPr lang="en-US" b="1" dirty="0">
                <a:effectLst/>
                <a:latin typeface="Times New Roman" panose="02020603050405020304" pitchFamily="18" charset="0"/>
                <a:ea typeface="Calibri" panose="020F0502020204030204" pitchFamily="34" charset="0"/>
              </a:rPr>
              <a:t> </a:t>
            </a:r>
            <a:r>
              <a:rPr lang="en-US" b="1" dirty="0" err="1">
                <a:effectLst/>
                <a:latin typeface="Times New Roman" panose="02020603050405020304" pitchFamily="18" charset="0"/>
                <a:ea typeface="Calibri" panose="020F0502020204030204" pitchFamily="34" charset="0"/>
              </a:rPr>
              <a:t>mở</a:t>
            </a:r>
            <a:r>
              <a:rPr lang="en-US" b="1" dirty="0">
                <a:effectLst/>
                <a:latin typeface="Times New Roman" panose="02020603050405020304" pitchFamily="18" charset="0"/>
                <a:ea typeface="Calibri" panose="020F0502020204030204" pitchFamily="34" charset="0"/>
              </a:rPr>
              <a:t>:</a:t>
            </a:r>
          </a:p>
          <a:p>
            <a:pPr marL="742950" lvl="1" indent="-285750">
              <a:buFont typeface="Wingdings" panose="05000000000000000000" pitchFamily="2" charset="2"/>
              <a:buChar char="§"/>
            </a:pPr>
            <a:r>
              <a:rPr lang="vi-VN" sz="1800" dirty="0">
                <a:effectLst/>
                <a:latin typeface="Times New Roman" panose="02020603050405020304" pitchFamily="18" charset="0"/>
                <a:ea typeface="Cousine"/>
              </a:rPr>
              <a:t>Một nút v có thể tới nút u nếu u nằm trong vùng lân cận của v trong một bán kính nào đó</a:t>
            </a:r>
            <a:endParaRPr lang="en-US" sz="1800" dirty="0">
              <a:effectLst/>
              <a:latin typeface="Times New Roman" panose="02020603050405020304" pitchFamily="18" charset="0"/>
              <a:ea typeface="Cousine"/>
            </a:endParaRPr>
          </a:p>
          <a:p>
            <a:pPr marL="742950" lvl="1" indent="-285750">
              <a:buFont typeface="Wingdings" panose="05000000000000000000" pitchFamily="2" charset="2"/>
              <a:buChar char="§"/>
            </a:pPr>
            <a:r>
              <a:rPr lang="vi-VN" sz="1800" dirty="0">
                <a:effectLst/>
                <a:latin typeface="Times New Roman" panose="02020603050405020304" pitchFamily="18" charset="0"/>
                <a:ea typeface="Cousine"/>
              </a:rPr>
              <a:t>Đóng bắc cầu của đồ thị là tập hợp các cặp nút (v, u) sao cho v có thể tiếp cận u</a:t>
            </a:r>
            <a:endParaRPr lang="en-US" sz="1600" dirty="0"/>
          </a:p>
        </p:txBody>
      </p:sp>
      <p:pic>
        <p:nvPicPr>
          <p:cNvPr id="5" name="Picture Placeholder 24" descr="Digital Graph Screen">
            <a:extLst>
              <a:ext uri="{FF2B5EF4-FFF2-40B4-BE49-F238E27FC236}">
                <a16:creationId xmlns:a16="http://schemas.microsoft.com/office/drawing/2014/main" id="{CE6E1A57-D3D0-4601-90F1-FCF386532487}"/>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t="8361" r="2" b="10890"/>
          <a:stretch/>
        </p:blipFill>
        <p:spPr>
          <a:xfrm>
            <a:off x="6695723" y="960437"/>
            <a:ext cx="5132388" cy="5132388"/>
          </a:xfrm>
          <a:custGeom>
            <a:avLst/>
            <a:gdLst/>
            <a:ahLst/>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p:spPr>
      </p:pic>
      <p:grpSp>
        <p:nvGrpSpPr>
          <p:cNvPr id="34" name="Group 17">
            <a:extLst>
              <a:ext uri="{FF2B5EF4-FFF2-40B4-BE49-F238E27FC236}">
                <a16:creationId xmlns:a16="http://schemas.microsoft.com/office/drawing/2014/main" id="{183B29DA-9BB8-4BA8-B8E1-8C2B544078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822156" y="4143453"/>
            <a:ext cx="734257" cy="760506"/>
            <a:chOff x="5243759" y="1363788"/>
            <a:chExt cx="734257" cy="760506"/>
          </a:xfrm>
        </p:grpSpPr>
        <p:sp>
          <p:nvSpPr>
            <p:cNvPr id="35" name="Freeform 5">
              <a:extLst>
                <a:ext uri="{FF2B5EF4-FFF2-40B4-BE49-F238E27FC236}">
                  <a16:creationId xmlns:a16="http://schemas.microsoft.com/office/drawing/2014/main" id="{D02496F8-166D-469A-8040-08608013BF7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6" name="Freeform 6">
              <a:extLst>
                <a:ext uri="{FF2B5EF4-FFF2-40B4-BE49-F238E27FC236}">
                  <a16:creationId xmlns:a16="http://schemas.microsoft.com/office/drawing/2014/main" id="{23E648A7-A02A-4DC7-9FEC-489F1BA6F77F}"/>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Freeform 8">
              <a:extLst>
                <a:ext uri="{FF2B5EF4-FFF2-40B4-BE49-F238E27FC236}">
                  <a16:creationId xmlns:a16="http://schemas.microsoft.com/office/drawing/2014/main" id="{4EF573B1-38BC-4C7B-894C-BE3864A04AD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3" name="Oval 22">
            <a:extLst>
              <a:ext uri="{FF2B5EF4-FFF2-40B4-BE49-F238E27FC236}">
                <a16:creationId xmlns:a16="http://schemas.microsoft.com/office/drawing/2014/main" id="{647A77D8-817B-4A9F-86AA-FE781E813D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1188559216"/>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down)">
                                      <p:cBhvr>
                                        <p:cTn id="7" dur="580">
                                          <p:stCondLst>
                                            <p:cond delay="0"/>
                                          </p:stCondLst>
                                        </p:cTn>
                                        <p:tgtEl>
                                          <p:spTgt spid="4">
                                            <p:txEl>
                                              <p:pRg st="0" end="0"/>
                                            </p:txEl>
                                          </p:spTgt>
                                        </p:tgtEl>
                                      </p:cBhvr>
                                    </p:animEffect>
                                    <p:anim calcmode="lin" valueType="num">
                                      <p:cBhvr>
                                        <p:cTn id="8" dur="1822" tmFilter="0,0; 0.14,0.36; 0.43,0.73; 0.71,0.91; 1.0,1.0">
                                          <p:stCondLst>
                                            <p:cond delay="0"/>
                                          </p:stCondLst>
                                        </p:cTn>
                                        <p:tgtEl>
                                          <p:spTgt spid="4">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xEl>
                                              <p:pRg st="0" end="0"/>
                                            </p:txEl>
                                          </p:spTgt>
                                        </p:tgtEl>
                                      </p:cBhvr>
                                      <p:to x="100000" y="60000"/>
                                    </p:animScale>
                                    <p:animScale>
                                      <p:cBhvr>
                                        <p:cTn id="14" dur="166" decel="50000">
                                          <p:stCondLst>
                                            <p:cond delay="676"/>
                                          </p:stCondLst>
                                        </p:cTn>
                                        <p:tgtEl>
                                          <p:spTgt spid="4">
                                            <p:txEl>
                                              <p:pRg st="0" end="0"/>
                                            </p:txEl>
                                          </p:spTgt>
                                        </p:tgtEl>
                                      </p:cBhvr>
                                      <p:to x="100000" y="100000"/>
                                    </p:animScale>
                                    <p:animScale>
                                      <p:cBhvr>
                                        <p:cTn id="15" dur="26">
                                          <p:stCondLst>
                                            <p:cond delay="1312"/>
                                          </p:stCondLst>
                                        </p:cTn>
                                        <p:tgtEl>
                                          <p:spTgt spid="4">
                                            <p:txEl>
                                              <p:pRg st="0" end="0"/>
                                            </p:txEl>
                                          </p:spTgt>
                                        </p:tgtEl>
                                      </p:cBhvr>
                                      <p:to x="100000" y="80000"/>
                                    </p:animScale>
                                    <p:animScale>
                                      <p:cBhvr>
                                        <p:cTn id="16" dur="166" decel="50000">
                                          <p:stCondLst>
                                            <p:cond delay="1338"/>
                                          </p:stCondLst>
                                        </p:cTn>
                                        <p:tgtEl>
                                          <p:spTgt spid="4">
                                            <p:txEl>
                                              <p:pRg st="0" end="0"/>
                                            </p:txEl>
                                          </p:spTgt>
                                        </p:tgtEl>
                                      </p:cBhvr>
                                      <p:to x="100000" y="100000"/>
                                    </p:animScale>
                                    <p:animScale>
                                      <p:cBhvr>
                                        <p:cTn id="17" dur="26">
                                          <p:stCondLst>
                                            <p:cond delay="1642"/>
                                          </p:stCondLst>
                                        </p:cTn>
                                        <p:tgtEl>
                                          <p:spTgt spid="4">
                                            <p:txEl>
                                              <p:pRg st="0" end="0"/>
                                            </p:txEl>
                                          </p:spTgt>
                                        </p:tgtEl>
                                      </p:cBhvr>
                                      <p:to x="100000" y="90000"/>
                                    </p:animScale>
                                    <p:animScale>
                                      <p:cBhvr>
                                        <p:cTn id="18" dur="166" decel="50000">
                                          <p:stCondLst>
                                            <p:cond delay="1668"/>
                                          </p:stCondLst>
                                        </p:cTn>
                                        <p:tgtEl>
                                          <p:spTgt spid="4">
                                            <p:txEl>
                                              <p:pRg st="0" end="0"/>
                                            </p:txEl>
                                          </p:spTgt>
                                        </p:tgtEl>
                                      </p:cBhvr>
                                      <p:to x="100000" y="100000"/>
                                    </p:animScale>
                                    <p:animScale>
                                      <p:cBhvr>
                                        <p:cTn id="19" dur="26">
                                          <p:stCondLst>
                                            <p:cond delay="1808"/>
                                          </p:stCondLst>
                                        </p:cTn>
                                        <p:tgtEl>
                                          <p:spTgt spid="4">
                                            <p:txEl>
                                              <p:pRg st="0" end="0"/>
                                            </p:txEl>
                                          </p:spTgt>
                                        </p:tgtEl>
                                      </p:cBhvr>
                                      <p:to x="100000" y="95000"/>
                                    </p:animScale>
                                    <p:animScale>
                                      <p:cBhvr>
                                        <p:cTn id="20" dur="166" decel="50000">
                                          <p:stCondLst>
                                            <p:cond delay="1834"/>
                                          </p:stCondLst>
                                        </p:cTn>
                                        <p:tgtEl>
                                          <p:spTgt spid="4">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7" presetClass="entr" presetSubtype="0" fill="hold" nodeType="clickEffect">
                                  <p:stCondLst>
                                    <p:cond delay="0"/>
                                  </p:stCondLst>
                                  <p:childTnLst>
                                    <p:set>
                                      <p:cBhvr>
                                        <p:cTn id="24" dur="1" fill="hold">
                                          <p:stCondLst>
                                            <p:cond delay="0"/>
                                          </p:stCondLst>
                                        </p:cTn>
                                        <p:tgtEl>
                                          <p:spTgt spid="4">
                                            <p:txEl>
                                              <p:pRg st="1" end="1"/>
                                            </p:txEl>
                                          </p:spTgt>
                                        </p:tgtEl>
                                        <p:attrNameLst>
                                          <p:attrName>style.visibility</p:attrName>
                                        </p:attrNameLst>
                                      </p:cBhvr>
                                      <p:to>
                                        <p:strVal val="visible"/>
                                      </p:to>
                                    </p:set>
                                    <p:animEffect transition="in" filter="fade">
                                      <p:cBhvr>
                                        <p:cTn id="25" dur="1000"/>
                                        <p:tgtEl>
                                          <p:spTgt spid="4">
                                            <p:txEl>
                                              <p:pRg st="1" end="1"/>
                                            </p:txEl>
                                          </p:spTgt>
                                        </p:tgtEl>
                                      </p:cBhvr>
                                    </p:animEffect>
                                    <p:anim calcmode="lin" valueType="num">
                                      <p:cBhvr>
                                        <p:cTn id="26"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7"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37" presetClass="entr" presetSubtype="0" fill="hold" nodeType="clickEffect">
                                  <p:stCondLst>
                                    <p:cond delay="0"/>
                                  </p:stCondLst>
                                  <p:childTnLst>
                                    <p:set>
                                      <p:cBhvr>
                                        <p:cTn id="31" dur="1" fill="hold">
                                          <p:stCondLst>
                                            <p:cond delay="0"/>
                                          </p:stCondLst>
                                        </p:cTn>
                                        <p:tgtEl>
                                          <p:spTgt spid="4">
                                            <p:txEl>
                                              <p:pRg st="2" end="2"/>
                                            </p:txEl>
                                          </p:spTgt>
                                        </p:tgtEl>
                                        <p:attrNameLst>
                                          <p:attrName>style.visibility</p:attrName>
                                        </p:attrNameLst>
                                      </p:cBhvr>
                                      <p:to>
                                        <p:strVal val="visible"/>
                                      </p:to>
                                    </p:set>
                                    <p:animEffect transition="in" filter="fade">
                                      <p:cBhvr>
                                        <p:cTn id="32" dur="1000"/>
                                        <p:tgtEl>
                                          <p:spTgt spid="4">
                                            <p:txEl>
                                              <p:pRg st="2" end="2"/>
                                            </p:txEl>
                                          </p:spTgt>
                                        </p:tgtEl>
                                      </p:cBhvr>
                                    </p:animEffect>
                                    <p:anim calcmode="lin" valueType="num">
                                      <p:cBhvr>
                                        <p:cTn id="3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4" dur="900" decel="100000" fill="hold"/>
                                        <p:tgtEl>
                                          <p:spTgt spid="4">
                                            <p:txEl>
                                              <p:pRg st="2" end="2"/>
                                            </p:txEl>
                                          </p:spTgt>
                                        </p:tgtEl>
                                        <p:attrNameLst>
                                          <p:attrName>ppt_y</p:attrName>
                                        </p:attrNameLst>
                                      </p:cBhvr>
                                      <p:tavLst>
                                        <p:tav tm="0">
                                          <p:val>
                                            <p:strVal val="#ppt_y+1"/>
                                          </p:val>
                                        </p:tav>
                                        <p:tav tm="100000">
                                          <p:val>
                                            <p:strVal val="#ppt_y-.03"/>
                                          </p:val>
                                        </p:tav>
                                      </p:tavLst>
                                    </p:anim>
                                    <p:anim calcmode="lin" valueType="num">
                                      <p:cBhvr>
                                        <p:cTn id="35" dur="100" accel="100000" fill="hold">
                                          <p:stCondLst>
                                            <p:cond delay="900"/>
                                          </p:stCondLst>
                                        </p:cTn>
                                        <p:tgtEl>
                                          <p:spTgt spid="4">
                                            <p:txEl>
                                              <p:pRg st="2" end="2"/>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998" y="5334748"/>
            <a:ext cx="678135" cy="990000"/>
            <a:chOff x="10490969" y="1448827"/>
            <a:chExt cx="678135" cy="990000"/>
          </a:xfrm>
        </p:grpSpPr>
        <p:sp>
          <p:nvSpPr>
            <p:cNvPr id="11" name="Freeform: Shape 10">
              <a:extLst>
                <a:ext uri="{FF2B5EF4-FFF2-40B4-BE49-F238E27FC236}">
                  <a16:creationId xmlns:a16="http://schemas.microsoft.com/office/drawing/2014/main" id="{02ECB475-568C-47AC-B16D-2E202DEB2D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Oval 11">
              <a:extLst>
                <a:ext uri="{FF2B5EF4-FFF2-40B4-BE49-F238E27FC236}">
                  <a16:creationId xmlns:a16="http://schemas.microsoft.com/office/drawing/2014/main" id="{080D8764-525A-441E-B58F-068E82F097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Oval 12">
              <a:extLst>
                <a:ext uri="{FF2B5EF4-FFF2-40B4-BE49-F238E27FC236}">
                  <a16:creationId xmlns:a16="http://schemas.microsoft.com/office/drawing/2014/main" id="{11196109-6F2B-4738-B2FC-2CCC753AA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4" name="Freeform: Shape 13">
              <a:extLst>
                <a:ext uri="{FF2B5EF4-FFF2-40B4-BE49-F238E27FC236}">
                  <a16:creationId xmlns:a16="http://schemas.microsoft.com/office/drawing/2014/main" id="{F7E468C2-69B8-470B-85E3-801A3CB1D7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sp useBgFill="1">
        <p:nvSpPr>
          <p:cNvPr id="16" name="Rectangle 15">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BFF2CA44-5D9C-4A7F-8898-B476C685FF18}"/>
              </a:ext>
            </a:extLst>
          </p:cNvPr>
          <p:cNvSpPr>
            <a:spLocks noGrp="1"/>
          </p:cNvSpPr>
          <p:nvPr>
            <p:ph type="body" sz="quarter" idx="14"/>
          </p:nvPr>
        </p:nvSpPr>
        <p:spPr>
          <a:xfrm>
            <a:off x="550863" y="2232934"/>
            <a:ext cx="5960772" cy="3859891"/>
          </a:xfrm>
        </p:spPr>
        <p:txBody>
          <a:bodyPr vert="horz" wrap="square" lIns="0" tIns="0" rIns="0" bIns="0" rtlCol="0" anchor="t">
            <a:normAutofit/>
          </a:bodyPr>
          <a:lstStyle/>
          <a:p>
            <a:pPr marL="285750" indent="-285750" algn="just">
              <a:buFont typeface="Wingdings" panose="05000000000000000000" pitchFamily="2" charset="2"/>
              <a:buChar char="q"/>
            </a:pPr>
            <a:r>
              <a:rPr lang="vi-VN" b="1" dirty="0">
                <a:effectLst/>
                <a:latin typeface="Times New Roman" panose="02020603050405020304" pitchFamily="18" charset="0"/>
                <a:ea typeface="Cousine"/>
              </a:rPr>
              <a:t>Đóng bắc cầu bằng máy tính: </a:t>
            </a:r>
            <a:endParaRPr lang="en-US" b="1" dirty="0">
              <a:effectLst/>
              <a:latin typeface="Times New Roman" panose="02020603050405020304" pitchFamily="18" charset="0"/>
              <a:ea typeface="Cousine"/>
            </a:endParaRPr>
          </a:p>
          <a:p>
            <a:pPr marL="742950" lvl="1" indent="-285750" algn="just">
              <a:buFont typeface="Wingdings" panose="05000000000000000000" pitchFamily="2" charset="2"/>
              <a:buChar char="§"/>
            </a:pPr>
            <a:r>
              <a:rPr lang="vi-VN" sz="1800" dirty="0">
                <a:effectLst/>
                <a:latin typeface="Times New Roman" panose="02020603050405020304" pitchFamily="18" charset="0"/>
                <a:ea typeface="Cousine"/>
              </a:rPr>
              <a:t>Vì quá trình đóng bắc cầu có thể có một số dữ kiện bằng bình phương của số nút của một biểu đồ, nên không thể tính toán quá trình đóng bắc cầu trực tiếp cho các đồ thị lớn</a:t>
            </a:r>
            <a:endParaRPr lang="en-US" sz="1800" dirty="0">
              <a:effectLst/>
              <a:latin typeface="Times New Roman" panose="02020603050405020304" pitchFamily="18" charset="0"/>
              <a:ea typeface="Cousine"/>
            </a:endParaRPr>
          </a:p>
          <a:p>
            <a:pPr marL="742950" lvl="1" indent="-285750" algn="just">
              <a:buFont typeface="Wingdings" panose="05000000000000000000" pitchFamily="2" charset="2"/>
              <a:buChar char="§"/>
            </a:pPr>
            <a:r>
              <a:rPr lang="vi-VN" sz="1800" dirty="0">
                <a:effectLst/>
                <a:latin typeface="Times New Roman" panose="02020603050405020304" pitchFamily="18" charset="0"/>
                <a:ea typeface="Cousine"/>
              </a:rPr>
              <a:t>Một cách tiếp cận là tìm các thành phần được kết nối chặt chẽ của biểu đồ và chuyển chúng thành một nút duy nhất trước khi tính toán quá trình đóng bắc cầu.</a:t>
            </a:r>
            <a:endParaRPr lang="en-US" sz="1600" dirty="0"/>
          </a:p>
        </p:txBody>
      </p:sp>
      <p:pic>
        <p:nvPicPr>
          <p:cNvPr id="5" name="Picture Placeholder 24" descr="Digital Graph Screen">
            <a:extLst>
              <a:ext uri="{FF2B5EF4-FFF2-40B4-BE49-F238E27FC236}">
                <a16:creationId xmlns:a16="http://schemas.microsoft.com/office/drawing/2014/main" id="{C2786DE8-55DF-448E-AE85-E5FE917E81F0}"/>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t="1931" r="-2" b="4457"/>
          <a:stretch/>
        </p:blipFill>
        <p:spPr>
          <a:xfrm>
            <a:off x="6732776" y="846843"/>
            <a:ext cx="4868976" cy="5644408"/>
          </a:xfrm>
          <a:custGeom>
            <a:avLst/>
            <a:gdLst/>
            <a:ahLst/>
            <a:cxnLst/>
            <a:rect l="l" t="t" r="r" b="b"/>
            <a:pathLst>
              <a:path w="4868976" h="5644408">
                <a:moveTo>
                  <a:pt x="2398421" y="0"/>
                </a:moveTo>
                <a:lnTo>
                  <a:pt x="4868974" y="1424628"/>
                </a:lnTo>
                <a:lnTo>
                  <a:pt x="4868976" y="1424625"/>
                </a:lnTo>
                <a:lnTo>
                  <a:pt x="4868976" y="1424628"/>
                </a:lnTo>
                <a:lnTo>
                  <a:pt x="4868976" y="4219781"/>
                </a:lnTo>
                <a:lnTo>
                  <a:pt x="2398419" y="5644408"/>
                </a:lnTo>
                <a:lnTo>
                  <a:pt x="0" y="4219781"/>
                </a:lnTo>
                <a:lnTo>
                  <a:pt x="0" y="1424628"/>
                </a:lnTo>
                <a:lnTo>
                  <a:pt x="0" y="1424625"/>
                </a:lnTo>
                <a:lnTo>
                  <a:pt x="3" y="1424628"/>
                </a:lnTo>
                <a:close/>
              </a:path>
            </a:pathLst>
          </a:custGeom>
        </p:spPr>
      </p:pic>
      <p:grpSp>
        <p:nvGrpSpPr>
          <p:cNvPr id="18" name="Group 17">
            <a:extLst>
              <a:ext uri="{FF2B5EF4-FFF2-40B4-BE49-F238E27FC236}">
                <a16:creationId xmlns:a16="http://schemas.microsoft.com/office/drawing/2014/main" id="{C4967C49-2278-4724-94A5-A258F20C3DF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366428" y="2112234"/>
            <a:ext cx="1335600" cy="1262947"/>
            <a:chOff x="10145015" y="2343978"/>
            <a:chExt cx="1335600" cy="1262947"/>
          </a:xfrm>
        </p:grpSpPr>
        <p:sp>
          <p:nvSpPr>
            <p:cNvPr id="19" name="Freeform: Shape 18">
              <a:extLst>
                <a:ext uri="{FF2B5EF4-FFF2-40B4-BE49-F238E27FC236}">
                  <a16:creationId xmlns:a16="http://schemas.microsoft.com/office/drawing/2014/main" id="{C5513748-F890-422C-8BC7-7C16A7D3AF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B93B83E9-9019-4D2F-B887-BD399181BD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2" name="Oval 21">
            <a:extLst>
              <a:ext uri="{FF2B5EF4-FFF2-40B4-BE49-F238E27FC236}">
                <a16:creationId xmlns:a16="http://schemas.microsoft.com/office/drawing/2014/main" id="{5171FAFB-7223-4BE1-983D-8A0626EAC5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8612" y="57328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7" name="Title 1">
            <a:extLst>
              <a:ext uri="{FF2B5EF4-FFF2-40B4-BE49-F238E27FC236}">
                <a16:creationId xmlns:a16="http://schemas.microsoft.com/office/drawing/2014/main" id="{F09FF3EE-9199-4408-86FA-AFAEC2F66B41}"/>
              </a:ext>
            </a:extLst>
          </p:cNvPr>
          <p:cNvSpPr>
            <a:spLocks noGrp="1"/>
          </p:cNvSpPr>
          <p:nvPr>
            <p:ph type="ctrTitle"/>
          </p:nvPr>
        </p:nvSpPr>
        <p:spPr>
          <a:xfrm>
            <a:off x="550864" y="549276"/>
            <a:ext cx="5960772" cy="918483"/>
          </a:xfrm>
        </p:spPr>
        <p:txBody>
          <a:bodyPr vert="horz" wrap="square" lIns="0" tIns="0" rIns="0" bIns="0" rtlCol="0" anchor="b" anchorCtr="0">
            <a:normAutofit/>
          </a:bodyPr>
          <a:lstStyle/>
          <a:p>
            <a:pPr>
              <a:lnSpc>
                <a:spcPct val="100000"/>
              </a:lnSpc>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10.8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Thuộc</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tính</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lân</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cận</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đồ</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thị</a:t>
            </a:r>
            <a:endParaRPr lang="en-US" sz="3200" kern="1200" dirty="0">
              <a:solidFill>
                <a:schemeClr val="tx1"/>
              </a:solidFill>
              <a:latin typeface="+mj-lt"/>
              <a:ea typeface="+mj-ea"/>
              <a:cs typeface="+mj-cs"/>
            </a:endParaRPr>
          </a:p>
        </p:txBody>
      </p:sp>
    </p:spTree>
    <p:extLst>
      <p:ext uri="{BB962C8B-B14F-4D97-AF65-F5344CB8AC3E}">
        <p14:creationId xmlns:p14="http://schemas.microsoft.com/office/powerpoint/2010/main" val="135474410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5"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p:cTn id="7" dur="500" decel="50000" fill="hold">
                                          <p:stCondLst>
                                            <p:cond delay="0"/>
                                          </p:stCondLst>
                                        </p:cTn>
                                        <p:tgtEl>
                                          <p:spTgt spid="4">
                                            <p:txEl>
                                              <p:pRg st="0" end="0"/>
                                            </p:txEl>
                                          </p:spTgt>
                                        </p:tgtEl>
                                        <p:attrNameLst>
                                          <p:attrName>style.rotation</p:attrName>
                                        </p:attrNameLst>
                                      </p:cBhvr>
                                      <p:tavLst>
                                        <p:tav tm="0">
                                          <p:val>
                                            <p:fltVal val="-90"/>
                                          </p:val>
                                        </p:tav>
                                        <p:tav tm="100000">
                                          <p:val>
                                            <p:fltVal val="0"/>
                                          </p:val>
                                        </p:tav>
                                      </p:tavLst>
                                    </p:anim>
                                    <p:anim calcmode="lin" valueType="num">
                                      <p:cBhvr>
                                        <p:cTn id="8" dur="500" decel="50000" fill="hold">
                                          <p:stCondLst>
                                            <p:cond delay="0"/>
                                          </p:stCondLst>
                                        </p:cTn>
                                        <p:tgtEl>
                                          <p:spTgt spid="4">
                                            <p:txEl>
                                              <p:pRg st="0" end="0"/>
                                            </p:txEl>
                                          </p:spTgt>
                                        </p:tgtEl>
                                        <p:attrNameLst>
                                          <p:attrName>ppt_w</p:attrName>
                                        </p:attrNameLst>
                                      </p:cBhvr>
                                      <p:tavLst>
                                        <p:tav tm="0">
                                          <p:val>
                                            <p:strVal val="#ppt_w"/>
                                          </p:val>
                                        </p:tav>
                                        <p:tav tm="100000">
                                          <p:val>
                                            <p:strVal val="#ppt_w*.05"/>
                                          </p:val>
                                        </p:tav>
                                      </p:tavLst>
                                    </p:anim>
                                    <p:anim calcmode="lin" valueType="num">
                                      <p:cBhvr>
                                        <p:cTn id="9" dur="500" accel="50000" fill="hold">
                                          <p:stCondLst>
                                            <p:cond delay="500"/>
                                          </p:stCondLst>
                                        </p:cTn>
                                        <p:tgtEl>
                                          <p:spTgt spid="4">
                                            <p:txEl>
                                              <p:pRg st="0" end="0"/>
                                            </p:txEl>
                                          </p:spTgt>
                                        </p:tgtEl>
                                        <p:attrNameLst>
                                          <p:attrName>ppt_w</p:attrName>
                                        </p:attrNameLst>
                                      </p:cBhvr>
                                      <p:tavLst>
                                        <p:tav tm="0">
                                          <p:val>
                                            <p:strVal val="#ppt_w*.05"/>
                                          </p:val>
                                        </p:tav>
                                        <p:tav tm="100000">
                                          <p:val>
                                            <p:strVal val="#ppt_w"/>
                                          </p:val>
                                        </p:tav>
                                      </p:tavLst>
                                    </p:anim>
                                    <p:anim calcmode="lin" valueType="num">
                                      <p:cBhvr>
                                        <p:cTn id="10" dur="1000" fill="hold"/>
                                        <p:tgtEl>
                                          <p:spTgt spid="4">
                                            <p:txEl>
                                              <p:pRg st="0" end="0"/>
                                            </p:txEl>
                                          </p:spTgt>
                                        </p:tgtEl>
                                        <p:attrNameLst>
                                          <p:attrName>ppt_h</p:attrName>
                                        </p:attrNameLst>
                                      </p:cBhvr>
                                      <p:tavLst>
                                        <p:tav tm="0">
                                          <p:val>
                                            <p:strVal val="#ppt_h"/>
                                          </p:val>
                                        </p:tav>
                                        <p:tav tm="100000">
                                          <p:val>
                                            <p:strVal val="#ppt_h"/>
                                          </p:val>
                                        </p:tav>
                                      </p:tavLst>
                                    </p:anim>
                                    <p:anim calcmode="lin" valueType="num">
                                      <p:cBhvr>
                                        <p:cTn id="11" dur="500" decel="50000" fill="hold">
                                          <p:stCondLst>
                                            <p:cond delay="0"/>
                                          </p:stCondLst>
                                        </p:cTn>
                                        <p:tgtEl>
                                          <p:spTgt spid="4">
                                            <p:txEl>
                                              <p:pRg st="0" end="0"/>
                                            </p:txEl>
                                          </p:spTgt>
                                        </p:tgtEl>
                                        <p:attrNameLst>
                                          <p:attrName>ppt_x</p:attrName>
                                        </p:attrNameLst>
                                      </p:cBhvr>
                                      <p:tavLst>
                                        <p:tav tm="0">
                                          <p:val>
                                            <p:strVal val="#ppt_x+.4"/>
                                          </p:val>
                                        </p:tav>
                                        <p:tav tm="100000">
                                          <p:val>
                                            <p:strVal val="#ppt_x"/>
                                          </p:val>
                                        </p:tav>
                                      </p:tavLst>
                                    </p:anim>
                                    <p:anim calcmode="lin" valueType="num">
                                      <p:cBhvr>
                                        <p:cTn id="12" dur="500" decel="50000" fill="hold">
                                          <p:stCondLst>
                                            <p:cond delay="0"/>
                                          </p:stCondLst>
                                        </p:cTn>
                                        <p:tgtEl>
                                          <p:spTgt spid="4">
                                            <p:txEl>
                                              <p:pRg st="0" end="0"/>
                                            </p:txEl>
                                          </p:spTgt>
                                        </p:tgtEl>
                                        <p:attrNameLst>
                                          <p:attrName>ppt_y</p:attrName>
                                        </p:attrNameLst>
                                      </p:cBhvr>
                                      <p:tavLst>
                                        <p:tav tm="0">
                                          <p:val>
                                            <p:strVal val="#ppt_y-.2"/>
                                          </p:val>
                                        </p:tav>
                                        <p:tav tm="100000">
                                          <p:val>
                                            <p:strVal val="#ppt_y+.1"/>
                                          </p:val>
                                        </p:tav>
                                      </p:tavLst>
                                    </p:anim>
                                    <p:anim calcmode="lin" valueType="num">
                                      <p:cBhvr>
                                        <p:cTn id="13" dur="500" accel="50000" fill="hold">
                                          <p:stCondLst>
                                            <p:cond delay="500"/>
                                          </p:stCondLst>
                                        </p:cTn>
                                        <p:tgtEl>
                                          <p:spTgt spid="4">
                                            <p:txEl>
                                              <p:pRg st="0" end="0"/>
                                            </p:txEl>
                                          </p:spTgt>
                                        </p:tgtEl>
                                        <p:attrNameLst>
                                          <p:attrName>ppt_y</p:attrName>
                                        </p:attrNameLst>
                                      </p:cBhvr>
                                      <p:tavLst>
                                        <p:tav tm="0">
                                          <p:val>
                                            <p:strVal val="#ppt_y+.1"/>
                                          </p:val>
                                        </p:tav>
                                        <p:tav tm="100000">
                                          <p:val>
                                            <p:strVal val="#ppt_y"/>
                                          </p:val>
                                        </p:tav>
                                      </p:tavLst>
                                    </p:anim>
                                    <p:animEffect transition="in" filter="fade">
                                      <p:cBhvr>
                                        <p:cTn id="14" dur="1000" decel="50000">
                                          <p:stCondLst>
                                            <p:cond delay="0"/>
                                          </p:stCondLst>
                                        </p:cTn>
                                        <p:tgtEl>
                                          <p:spTgt spid="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52"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Scale>
                                      <p:cBhvr>
                                        <p:cTn id="19" dur="1000" decel="50000" fill="hold">
                                          <p:stCondLst>
                                            <p:cond delay="0"/>
                                          </p:stCondLst>
                                        </p:cTn>
                                        <p:tgtEl>
                                          <p:spTgt spid="4">
                                            <p:txEl>
                                              <p:pRg st="1" end="1"/>
                                            </p:txEl>
                                          </p:spTgt>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20" dur="1000" decel="50000" fill="hold">
                                          <p:stCondLst>
                                            <p:cond delay="0"/>
                                          </p:stCondLst>
                                        </p:cTn>
                                        <p:tgtEl>
                                          <p:spTgt spid="4">
                                            <p:txEl>
                                              <p:pRg st="1" end="1"/>
                                            </p:txEl>
                                          </p:spTgt>
                                        </p:tgtEl>
                                        <p:attrNameLst>
                                          <p:attrName>ppt_x</p:attrName>
                                          <p:attrName>ppt_y</p:attrName>
                                        </p:attrNameLst>
                                      </p:cBhvr>
                                    </p:animMotion>
                                    <p:animEffect transition="in" filter="fade">
                                      <p:cBhvr>
                                        <p:cTn id="21" dur="1000"/>
                                        <p:tgtEl>
                                          <p:spTgt spid="4">
                                            <p:txEl>
                                              <p:pRg st="1" end="1"/>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0" presetClass="entr" presetSubtype="0" fill="hold" nodeType="click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Effect transition="in" filter="fade">
                                      <p:cBhvr>
                                        <p:cTn id="26" dur="800" decel="100000"/>
                                        <p:tgtEl>
                                          <p:spTgt spid="4">
                                            <p:txEl>
                                              <p:pRg st="2" end="2"/>
                                            </p:txEl>
                                          </p:spTgt>
                                        </p:tgtEl>
                                      </p:cBhvr>
                                    </p:animEffect>
                                    <p:anim calcmode="lin" valueType="num">
                                      <p:cBhvr>
                                        <p:cTn id="27" dur="800" decel="100000" fill="hold"/>
                                        <p:tgtEl>
                                          <p:spTgt spid="4">
                                            <p:txEl>
                                              <p:pRg st="2" end="2"/>
                                            </p:txEl>
                                          </p:spTgt>
                                        </p:tgtEl>
                                        <p:attrNameLst>
                                          <p:attrName>style.rotation</p:attrName>
                                        </p:attrNameLst>
                                      </p:cBhvr>
                                      <p:tavLst>
                                        <p:tav tm="0">
                                          <p:val>
                                            <p:fltVal val="-90"/>
                                          </p:val>
                                        </p:tav>
                                        <p:tav tm="100000">
                                          <p:val>
                                            <p:fltVal val="0"/>
                                          </p:val>
                                        </p:tav>
                                      </p:tavLst>
                                    </p:anim>
                                    <p:anim calcmode="lin" valueType="num">
                                      <p:cBhvr>
                                        <p:cTn id="28" dur="800" decel="100000" fill="hold"/>
                                        <p:tgtEl>
                                          <p:spTgt spid="4">
                                            <p:txEl>
                                              <p:pRg st="2" end="2"/>
                                            </p:txEl>
                                          </p:spTgt>
                                        </p:tgtEl>
                                        <p:attrNameLst>
                                          <p:attrName>ppt_x</p:attrName>
                                        </p:attrNameLst>
                                      </p:cBhvr>
                                      <p:tavLst>
                                        <p:tav tm="0">
                                          <p:val>
                                            <p:strVal val="#ppt_x+0.4"/>
                                          </p:val>
                                        </p:tav>
                                        <p:tav tm="100000">
                                          <p:val>
                                            <p:strVal val="#ppt_x-0.05"/>
                                          </p:val>
                                        </p:tav>
                                      </p:tavLst>
                                    </p:anim>
                                    <p:anim calcmode="lin" valueType="num">
                                      <p:cBhvr>
                                        <p:cTn id="29" dur="800" decel="100000" fill="hold"/>
                                        <p:tgtEl>
                                          <p:spTgt spid="4">
                                            <p:txEl>
                                              <p:pRg st="2" end="2"/>
                                            </p:txEl>
                                          </p:spTgt>
                                        </p:tgtEl>
                                        <p:attrNameLst>
                                          <p:attrName>ppt_y</p:attrName>
                                        </p:attrNameLst>
                                      </p:cBhvr>
                                      <p:tavLst>
                                        <p:tav tm="0">
                                          <p:val>
                                            <p:strVal val="#ppt_y-0.4"/>
                                          </p:val>
                                        </p:tav>
                                        <p:tav tm="100000">
                                          <p:val>
                                            <p:strVal val="#ppt_y+0.1"/>
                                          </p:val>
                                        </p:tav>
                                      </p:tavLst>
                                    </p:anim>
                                    <p:anim calcmode="lin" valueType="num">
                                      <p:cBhvr>
                                        <p:cTn id="30" dur="200" accel="100000" fill="hold">
                                          <p:stCondLst>
                                            <p:cond delay="800"/>
                                          </p:stCondLst>
                                        </p:cTn>
                                        <p:tgtEl>
                                          <p:spTgt spid="4">
                                            <p:txEl>
                                              <p:pRg st="2" end="2"/>
                                            </p:txEl>
                                          </p:spTgt>
                                        </p:tgtEl>
                                        <p:attrNameLst>
                                          <p:attrName>ppt_x</p:attrName>
                                        </p:attrNameLst>
                                      </p:cBhvr>
                                      <p:tavLst>
                                        <p:tav tm="0">
                                          <p:val>
                                            <p:strVal val="#ppt_x-0.05"/>
                                          </p:val>
                                        </p:tav>
                                        <p:tav tm="100000">
                                          <p:val>
                                            <p:strVal val="#ppt_x"/>
                                          </p:val>
                                        </p:tav>
                                      </p:tavLst>
                                    </p:anim>
                                    <p:anim calcmode="lin" valueType="num">
                                      <p:cBhvr>
                                        <p:cTn id="31" dur="200" accel="100000" fill="hold">
                                          <p:stCondLst>
                                            <p:cond delay="800"/>
                                          </p:stCondLst>
                                        </p:cTn>
                                        <p:tgtEl>
                                          <p:spTgt spid="4">
                                            <p:txEl>
                                              <p:pRg st="2" end="2"/>
                                            </p:txEl>
                                          </p:spTgt>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38A4799-8CE4-4675-B8D5-5E7B192E7309}"/>
              </a:ext>
            </a:extLst>
          </p:cNvPr>
          <p:cNvSpPr>
            <a:spLocks noGrp="1"/>
          </p:cNvSpPr>
          <p:nvPr>
            <p:ph type="subTitle" idx="1"/>
          </p:nvPr>
        </p:nvSpPr>
        <p:spPr>
          <a:xfrm>
            <a:off x="3359149" y="2191657"/>
            <a:ext cx="8281989" cy="3901168"/>
          </a:xfrm>
        </p:spPr>
        <p:txBody>
          <a:bodyPr/>
          <a:lstStyle/>
          <a:p>
            <a:pPr marL="285750" indent="-285750">
              <a:buFont typeface="Wingdings" panose="05000000000000000000" pitchFamily="2" charset="2"/>
              <a:buChar char="q"/>
            </a:pPr>
            <a:r>
              <a:rPr lang="en-US" sz="2000" b="1" dirty="0" err="1">
                <a:effectLst/>
                <a:latin typeface="Times New Roman" panose="02020603050405020304" pitchFamily="18" charset="0"/>
                <a:ea typeface="Calibri" panose="020F0502020204030204" pitchFamily="34" charset="0"/>
              </a:rPr>
              <a:t>Đóng</a:t>
            </a:r>
            <a:r>
              <a:rPr lang="en-US" sz="2000" b="1" dirty="0">
                <a:effectLst/>
                <a:latin typeface="Times New Roman" panose="02020603050405020304" pitchFamily="18" charset="0"/>
                <a:ea typeface="Calibri" panose="020F0502020204030204" pitchFamily="34" charset="0"/>
              </a:rPr>
              <a:t> </a:t>
            </a:r>
            <a:r>
              <a:rPr lang="en-US" sz="2000" b="1" dirty="0" err="1">
                <a:effectLst/>
                <a:latin typeface="Times New Roman" panose="02020603050405020304" pitchFamily="18" charset="0"/>
                <a:ea typeface="Calibri" panose="020F0502020204030204" pitchFamily="34" charset="0"/>
              </a:rPr>
              <a:t>mở</a:t>
            </a:r>
            <a:r>
              <a:rPr lang="en-US" sz="2000" b="1" dirty="0">
                <a:effectLst/>
                <a:latin typeface="Times New Roman" panose="02020603050405020304" pitchFamily="18" charset="0"/>
                <a:ea typeface="Calibri" panose="020F0502020204030204" pitchFamily="34" charset="0"/>
              </a:rPr>
              <a:t> </a:t>
            </a:r>
            <a:r>
              <a:rPr lang="en-US" sz="2000" b="1" dirty="0" err="1">
                <a:effectLst/>
                <a:latin typeface="Times New Roman" panose="02020603050405020304" pitchFamily="18" charset="0"/>
                <a:ea typeface="Calibri" panose="020F0502020204030204" pitchFamily="34" charset="0"/>
              </a:rPr>
              <a:t>rộng</a:t>
            </a:r>
            <a:r>
              <a:rPr lang="en-US" sz="2000" b="1" dirty="0">
                <a:effectLst/>
                <a:latin typeface="Times New Roman" panose="02020603050405020304" pitchFamily="18" charset="0"/>
                <a:ea typeface="Calibri" panose="020F0502020204030204" pitchFamily="34" charset="0"/>
              </a:rPr>
              <a:t> </a:t>
            </a:r>
            <a:r>
              <a:rPr lang="en-US" sz="2000" b="1" dirty="0" err="1">
                <a:effectLst/>
                <a:latin typeface="Times New Roman" panose="02020603050405020304" pitchFamily="18" charset="0"/>
                <a:ea typeface="Calibri" panose="020F0502020204030204" pitchFamily="34" charset="0"/>
              </a:rPr>
              <a:t>bằng</a:t>
            </a:r>
            <a:r>
              <a:rPr lang="en-US" sz="2000" b="1" dirty="0">
                <a:effectLst/>
                <a:latin typeface="Times New Roman" panose="02020603050405020304" pitchFamily="18" charset="0"/>
                <a:ea typeface="Calibri" panose="020F0502020204030204" pitchFamily="34" charset="0"/>
              </a:rPr>
              <a:t> </a:t>
            </a:r>
            <a:r>
              <a:rPr lang="en-US" sz="2000" b="1" dirty="0" err="1">
                <a:effectLst/>
                <a:latin typeface="Times New Roman" panose="02020603050405020304" pitchFamily="18" charset="0"/>
                <a:ea typeface="Calibri" panose="020F0502020204030204" pitchFamily="34" charset="0"/>
              </a:rPr>
              <a:t>cách</a:t>
            </a:r>
            <a:r>
              <a:rPr lang="en-US" sz="2000" b="1" dirty="0">
                <a:effectLst/>
                <a:latin typeface="Times New Roman" panose="02020603050405020304" pitchFamily="18" charset="0"/>
                <a:ea typeface="Calibri" panose="020F0502020204030204" pitchFamily="34" charset="0"/>
              </a:rPr>
              <a:t> </a:t>
            </a:r>
            <a:r>
              <a:rPr lang="en-US" sz="2000" b="1" dirty="0" err="1">
                <a:effectLst/>
                <a:latin typeface="Times New Roman" panose="02020603050405020304" pitchFamily="18" charset="0"/>
                <a:ea typeface="Calibri" panose="020F0502020204030204" pitchFamily="34" charset="0"/>
              </a:rPr>
              <a:t>nhân</a:t>
            </a:r>
            <a:r>
              <a:rPr lang="en-US" sz="2000" b="1" dirty="0">
                <a:effectLst/>
                <a:latin typeface="Times New Roman" panose="02020603050405020304" pitchFamily="18" charset="0"/>
                <a:ea typeface="Calibri" panose="020F0502020204030204" pitchFamily="34" charset="0"/>
              </a:rPr>
              <a:t> </a:t>
            </a:r>
            <a:r>
              <a:rPr lang="en-US" sz="2000" b="1" dirty="0" err="1">
                <a:effectLst/>
                <a:latin typeface="Times New Roman" panose="02020603050405020304" pitchFamily="18" charset="0"/>
                <a:ea typeface="Calibri" panose="020F0502020204030204" pitchFamily="34" charset="0"/>
              </a:rPr>
              <a:t>đôi</a:t>
            </a:r>
            <a:r>
              <a:rPr lang="en-US" sz="2000" b="1" dirty="0">
                <a:effectLst/>
                <a:latin typeface="Times New Roman" panose="02020603050405020304" pitchFamily="18" charset="0"/>
                <a:ea typeface="Calibri" panose="020F0502020204030204" pitchFamily="34" charset="0"/>
              </a:rPr>
              <a:t> </a:t>
            </a:r>
            <a:r>
              <a:rPr lang="en-US" sz="2000" b="1" dirty="0" err="1">
                <a:effectLst/>
                <a:latin typeface="Times New Roman" panose="02020603050405020304" pitchFamily="18" charset="0"/>
                <a:ea typeface="Calibri" panose="020F0502020204030204" pitchFamily="34" charset="0"/>
              </a:rPr>
              <a:t>đệ</a:t>
            </a:r>
            <a:r>
              <a:rPr lang="en-US" sz="2000" b="1" dirty="0">
                <a:effectLst/>
                <a:latin typeface="Times New Roman" panose="02020603050405020304" pitchFamily="18" charset="0"/>
                <a:ea typeface="Calibri" panose="020F0502020204030204" pitchFamily="34" charset="0"/>
              </a:rPr>
              <a:t> </a:t>
            </a:r>
            <a:r>
              <a:rPr lang="en-US" sz="2000" b="1" dirty="0" err="1">
                <a:effectLst/>
                <a:latin typeface="Times New Roman" panose="02020603050405020304" pitchFamily="18" charset="0"/>
                <a:ea typeface="Calibri" panose="020F0502020204030204" pitchFamily="34" charset="0"/>
              </a:rPr>
              <a:t>quy</a:t>
            </a:r>
            <a:r>
              <a:rPr lang="en-US" sz="2000" b="1" dirty="0">
                <a:effectLst/>
                <a:latin typeface="Times New Roman" panose="02020603050405020304" pitchFamily="18" charset="0"/>
                <a:ea typeface="Calibri" panose="020F0502020204030204" pitchFamily="34" charset="0"/>
              </a:rPr>
              <a:t>:</a:t>
            </a:r>
          </a:p>
          <a:p>
            <a:pPr marL="742950" lvl="1" indent="-285750" algn="just">
              <a:buFont typeface="Wingdings" panose="05000000000000000000" pitchFamily="2" charset="2"/>
              <a:buChar char="§"/>
            </a:pPr>
            <a:r>
              <a:rPr lang="vi-VN" sz="1800" dirty="0">
                <a:effectLst/>
                <a:latin typeface="Times New Roman" panose="02020603050405020304" pitchFamily="18" charset="0"/>
                <a:ea typeface="Cousine"/>
              </a:rPr>
              <a:t>Một cách tiếp cận sử dụng ít vòng MapReduce hơn là tham gia mối quan hệ đường dẫn với chính nó tại mỗi vòng.</a:t>
            </a:r>
            <a:endParaRPr lang="en-US" sz="1800" dirty="0">
              <a:effectLst/>
              <a:latin typeface="Times New Roman" panose="02020603050405020304" pitchFamily="18" charset="0"/>
              <a:ea typeface="Cousine"/>
            </a:endParaRPr>
          </a:p>
          <a:p>
            <a:pPr marL="742950" lvl="1" indent="-285750" algn="just">
              <a:buFont typeface="Wingdings" panose="05000000000000000000" pitchFamily="2" charset="2"/>
              <a:buChar char="§"/>
            </a:pPr>
            <a:r>
              <a:rPr lang="vi-VN" sz="1800" dirty="0">
                <a:effectLst/>
                <a:latin typeface="Times New Roman" panose="02020603050405020304" pitchFamily="18" charset="0"/>
                <a:ea typeface="Cousine"/>
              </a:rPr>
              <a:t>Tại mỗi vòng, chúng tôi tăng gấp đôi chiều dài của các đường dẫn có thể góp phần vào quá trình đóng bắc cầu.</a:t>
            </a:r>
            <a:endParaRPr lang="en-US" sz="1800" dirty="0">
              <a:latin typeface="Times New Roman" panose="02020603050405020304" pitchFamily="18" charset="0"/>
              <a:ea typeface="Cousine"/>
            </a:endParaRPr>
          </a:p>
          <a:p>
            <a:pPr marL="742950" lvl="1" indent="-285750" algn="just">
              <a:buFont typeface="Wingdings" panose="05000000000000000000" pitchFamily="2" charset="2"/>
              <a:buChar char="§"/>
            </a:pPr>
            <a:r>
              <a:rPr lang="vi-VN" sz="1800" dirty="0">
                <a:effectLst/>
                <a:latin typeface="Times New Roman" panose="02020603050405020304" pitchFamily="18" charset="0"/>
                <a:ea typeface="Cousine"/>
                <a:cs typeface="Cousine"/>
              </a:rPr>
              <a:t>Do đó, số vòng cần thiết chỉ là logarit cơ số 2 của đường kính của đồ thị.</a:t>
            </a:r>
            <a:endParaRPr lang="en-US" sz="1800" dirty="0">
              <a:effectLst/>
              <a:latin typeface="Cousine"/>
              <a:ea typeface="Cousine"/>
              <a:cs typeface="Cousine"/>
            </a:endParaRPr>
          </a:p>
          <a:p>
            <a:endParaRPr lang="en-US" sz="1400" dirty="0">
              <a:latin typeface="Times New Roman" panose="02020603050405020304" pitchFamily="18" charset="0"/>
              <a:ea typeface="Calibri" panose="020F0502020204030204" pitchFamily="34" charset="0"/>
            </a:endParaRPr>
          </a:p>
          <a:p>
            <a:pPr marL="285750" indent="-285750">
              <a:buFont typeface="Wingdings" panose="05000000000000000000" pitchFamily="2" charset="2"/>
              <a:buChar char="q"/>
            </a:pPr>
            <a:endParaRPr lang="en-US" sz="1800" dirty="0">
              <a:effectLst/>
              <a:latin typeface="Times New Roman" panose="02020603050405020304" pitchFamily="18" charset="0"/>
              <a:ea typeface="Calibri" panose="020F0502020204030204" pitchFamily="34" charset="0"/>
            </a:endParaRPr>
          </a:p>
        </p:txBody>
      </p:sp>
      <p:sp>
        <p:nvSpPr>
          <p:cNvPr id="4" name="Date Placeholder 3">
            <a:extLst>
              <a:ext uri="{FF2B5EF4-FFF2-40B4-BE49-F238E27FC236}">
                <a16:creationId xmlns:a16="http://schemas.microsoft.com/office/drawing/2014/main" id="{D345DC59-B0B6-4DD5-B48A-B95F303A06D7}"/>
              </a:ext>
            </a:extLst>
          </p:cNvPr>
          <p:cNvSpPr>
            <a:spLocks noGrp="1"/>
          </p:cNvSpPr>
          <p:nvPr>
            <p:ph type="dt" sz="half" idx="10"/>
          </p:nvPr>
        </p:nvSpPr>
        <p:spPr/>
        <p:txBody>
          <a:bodyPr/>
          <a:lstStyle/>
          <a:p>
            <a:r>
              <a:rPr lang="en-US"/>
              <a:t>Tuesday, February 2, 20XX</a:t>
            </a:r>
            <a:endParaRPr lang="en-US" dirty="0"/>
          </a:p>
        </p:txBody>
      </p:sp>
      <p:sp>
        <p:nvSpPr>
          <p:cNvPr id="5" name="Footer Placeholder 4">
            <a:extLst>
              <a:ext uri="{FF2B5EF4-FFF2-40B4-BE49-F238E27FC236}">
                <a16:creationId xmlns:a16="http://schemas.microsoft.com/office/drawing/2014/main" id="{5FC57BAC-6BFA-4D09-9043-786ABB4BECEA}"/>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00DFA5A5-D573-484C-A0AB-4ED12A106E59}"/>
              </a:ext>
            </a:extLst>
          </p:cNvPr>
          <p:cNvSpPr>
            <a:spLocks noGrp="1"/>
          </p:cNvSpPr>
          <p:nvPr>
            <p:ph type="sldNum" sz="quarter" idx="12"/>
          </p:nvPr>
        </p:nvSpPr>
        <p:spPr/>
        <p:txBody>
          <a:bodyPr/>
          <a:lstStyle/>
          <a:p>
            <a:fld id="{DBA1B0FB-D917-4C8C-928F-313BD683BF39}" type="slidenum">
              <a:rPr lang="en-US" smtClean="0"/>
              <a:t>24</a:t>
            </a:fld>
            <a:endParaRPr lang="en-US"/>
          </a:p>
        </p:txBody>
      </p:sp>
      <p:sp>
        <p:nvSpPr>
          <p:cNvPr id="7" name="Title 1">
            <a:extLst>
              <a:ext uri="{FF2B5EF4-FFF2-40B4-BE49-F238E27FC236}">
                <a16:creationId xmlns:a16="http://schemas.microsoft.com/office/drawing/2014/main" id="{587F2FFF-7493-4CE7-A1EA-80F32BE13E34}"/>
              </a:ext>
            </a:extLst>
          </p:cNvPr>
          <p:cNvSpPr>
            <a:spLocks noGrp="1"/>
          </p:cNvSpPr>
          <p:nvPr>
            <p:ph type="ctrTitle"/>
          </p:nvPr>
        </p:nvSpPr>
        <p:spPr>
          <a:xfrm>
            <a:off x="3359149" y="332976"/>
            <a:ext cx="5960772" cy="1379710"/>
          </a:xfrm>
        </p:spPr>
        <p:txBody>
          <a:bodyPr vert="horz" wrap="square" lIns="0" tIns="0" rIns="0" bIns="0" rtlCol="0" anchor="b" anchorCtr="0">
            <a:normAutofit/>
          </a:bodyPr>
          <a:lstStyle/>
          <a:p>
            <a:pPr>
              <a:lnSpc>
                <a:spcPct val="100000"/>
              </a:lnSpc>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10.8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Thuộc</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tính</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lân</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cận</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đồ</a:t>
            </a: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effectLst/>
                <a:latin typeface="Times New Roman" panose="02020603050405020304" pitchFamily="18" charset="0"/>
                <a:ea typeface="Calibri" panose="020F0502020204030204" pitchFamily="34" charset="0"/>
                <a:cs typeface="Times New Roman" panose="02020603050405020304" pitchFamily="18" charset="0"/>
              </a:rPr>
              <a:t>thị</a:t>
            </a:r>
            <a:endParaRPr lang="en-US" sz="3200" kern="1200" dirty="0">
              <a:solidFill>
                <a:schemeClr val="tx1"/>
              </a:solidFill>
              <a:latin typeface="+mj-lt"/>
              <a:ea typeface="+mj-ea"/>
              <a:cs typeface="+mj-cs"/>
            </a:endParaRPr>
          </a:p>
        </p:txBody>
      </p:sp>
    </p:spTree>
    <p:extLst>
      <p:ext uri="{BB962C8B-B14F-4D97-AF65-F5344CB8AC3E}">
        <p14:creationId xmlns:p14="http://schemas.microsoft.com/office/powerpoint/2010/main" val="421487439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1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plus(in)">
                                      <p:cBhvr>
                                        <p:cTn id="14" dur="2000"/>
                                        <p:tgtEl>
                                          <p:spTgt spid="3">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wheel(1)">
                                      <p:cBhvr>
                                        <p:cTn id="19" dur="2000"/>
                                        <p:tgtEl>
                                          <p:spTgt spid="3">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p:tgtEl>
                                          <p:spTgt spid="3">
                                            <p:txEl>
                                              <p:pRg st="3" end="3"/>
                                            </p:txEl>
                                          </p:spTgt>
                                        </p:tgtEl>
                                        <p:attrNameLst>
                                          <p:attrName>ppt_y</p:attrName>
                                        </p:attrNameLst>
                                      </p:cBhvr>
                                      <p:tavLst>
                                        <p:tav tm="0">
                                          <p:val>
                                            <p:strVal val="#ppt_y+#ppt_h*1.125000"/>
                                          </p:val>
                                        </p:tav>
                                        <p:tav tm="100000">
                                          <p:val>
                                            <p:strVal val="#ppt_y"/>
                                          </p:val>
                                        </p:tav>
                                      </p:tavLst>
                                    </p:anim>
                                    <p:animEffect transition="in" filter="wipe(up)">
                                      <p:cBhvr>
                                        <p:cTn id="25"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998" y="5334748"/>
            <a:ext cx="678135" cy="990000"/>
            <a:chOff x="10490969" y="1448827"/>
            <a:chExt cx="678135" cy="990000"/>
          </a:xfrm>
        </p:grpSpPr>
        <p:sp>
          <p:nvSpPr>
            <p:cNvPr id="10" name="Freeform: Shape 9">
              <a:extLst>
                <a:ext uri="{FF2B5EF4-FFF2-40B4-BE49-F238E27FC236}">
                  <a16:creationId xmlns:a16="http://schemas.microsoft.com/office/drawing/2014/main" id="{02ECB475-568C-47AC-B16D-2E202DEB2D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1" name="Oval 10">
              <a:extLst>
                <a:ext uri="{FF2B5EF4-FFF2-40B4-BE49-F238E27FC236}">
                  <a16:creationId xmlns:a16="http://schemas.microsoft.com/office/drawing/2014/main" id="{080D8764-525A-441E-B58F-068E82F097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11196109-6F2B-4738-B2FC-2CCC753AAB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Freeform: Shape 12">
              <a:extLst>
                <a:ext uri="{FF2B5EF4-FFF2-40B4-BE49-F238E27FC236}">
                  <a16:creationId xmlns:a16="http://schemas.microsoft.com/office/drawing/2014/main" id="{F7E468C2-69B8-470B-85E3-801A3CB1D7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useBgFill="1">
        <p:nvSpPr>
          <p:cNvPr id="15" name="Rectangle 14">
            <a:extLst>
              <a:ext uri="{FF2B5EF4-FFF2-40B4-BE49-F238E27FC236}">
                <a16:creationId xmlns:a16="http://schemas.microsoft.com/office/drawing/2014/main" id="{A5931BE0-4B93-4D6C-878E-ACC59D6B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04E6BD3-B518-46A4-9CC0-30D0955523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19157" y="1584557"/>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9" name="Group 18">
            <a:extLst>
              <a:ext uri="{FF2B5EF4-FFF2-40B4-BE49-F238E27FC236}">
                <a16:creationId xmlns:a16="http://schemas.microsoft.com/office/drawing/2014/main" id="{A31FBE92-3FC2-48E4-874B-A5273A04252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70526" y="2488515"/>
            <a:ext cx="1262947" cy="1335600"/>
            <a:chOff x="2678417" y="2427951"/>
            <a:chExt cx="1262947" cy="1335600"/>
          </a:xfrm>
        </p:grpSpPr>
        <p:sp>
          <p:nvSpPr>
            <p:cNvPr id="20" name="Freeform: Shape 19">
              <a:extLst>
                <a:ext uri="{FF2B5EF4-FFF2-40B4-BE49-F238E27FC236}">
                  <a16:creationId xmlns:a16="http://schemas.microsoft.com/office/drawing/2014/main" id="{4F7C333A-2381-4657-ACDA-47654B21FA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74A5CCC1-7BBD-4F00-82CF-C7683D9FF62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3" name="Freeform: Shape 22">
            <a:extLst>
              <a:ext uri="{FF2B5EF4-FFF2-40B4-BE49-F238E27FC236}">
                <a16:creationId xmlns:a16="http://schemas.microsoft.com/office/drawing/2014/main" id="{A0DAEA90-11E9-4069-BC2C-6F65C6C1C3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flipV="1">
            <a:off x="8600937" y="4090109"/>
            <a:ext cx="3682485" cy="1853969"/>
          </a:xfrm>
          <a:custGeom>
            <a:avLst/>
            <a:gdLst>
              <a:gd name="connsiteX0" fmla="*/ 3682485 w 3682485"/>
              <a:gd name="connsiteY0" fmla="*/ 1853969 h 1853969"/>
              <a:gd name="connsiteX1" fmla="*/ 2755500 w 3682485"/>
              <a:gd name="connsiteY1" fmla="*/ 1853969 h 1853969"/>
              <a:gd name="connsiteX2" fmla="*/ 1828517 w 3682485"/>
              <a:gd name="connsiteY2" fmla="*/ 926985 h 1853969"/>
              <a:gd name="connsiteX3" fmla="*/ 901534 w 3682485"/>
              <a:gd name="connsiteY3" fmla="*/ 1853969 h 1853969"/>
              <a:gd name="connsiteX4" fmla="*/ 293606 w 3682485"/>
              <a:gd name="connsiteY4" fmla="*/ 1853969 h 1853969"/>
              <a:gd name="connsiteX5" fmla="*/ 0 w 3682485"/>
              <a:gd name="connsiteY5" fmla="*/ 1560363 h 1853969"/>
              <a:gd name="connsiteX6" fmla="*/ 12215 w 3682485"/>
              <a:gd name="connsiteY6" fmla="*/ 1480329 h 1853969"/>
              <a:gd name="connsiteX7" fmla="*/ 1828517 w 3682485"/>
              <a:gd name="connsiteY7" fmla="*/ 0 h 1853969"/>
              <a:gd name="connsiteX8" fmla="*/ 3682485 w 3682485"/>
              <a:gd name="connsiteY8"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82485" h="1853969">
                <a:moveTo>
                  <a:pt x="3682485" y="1853969"/>
                </a:moveTo>
                <a:lnTo>
                  <a:pt x="2755500" y="1853969"/>
                </a:lnTo>
                <a:cubicBezTo>
                  <a:pt x="2755500" y="1342010"/>
                  <a:pt x="2340476" y="926985"/>
                  <a:pt x="1828517" y="926985"/>
                </a:cubicBezTo>
                <a:cubicBezTo>
                  <a:pt x="1316558" y="926985"/>
                  <a:pt x="901534" y="1342010"/>
                  <a:pt x="901534" y="1853969"/>
                </a:cubicBezTo>
                <a:lnTo>
                  <a:pt x="293606" y="1853969"/>
                </a:lnTo>
                <a:lnTo>
                  <a:pt x="0" y="1560363"/>
                </a:lnTo>
                <a:lnTo>
                  <a:pt x="12215" y="1480329"/>
                </a:lnTo>
                <a:cubicBezTo>
                  <a:pt x="185091" y="635508"/>
                  <a:pt x="932589" y="0"/>
                  <a:pt x="1828517" y="0"/>
                </a:cubicBezTo>
                <a:cubicBezTo>
                  <a:pt x="2852434" y="0"/>
                  <a:pt x="3682485" y="830051"/>
                  <a:pt x="368248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508000" dist="101600" dir="96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tx1"/>
              </a:solidFill>
            </a:endParaRPr>
          </a:p>
        </p:txBody>
      </p:sp>
      <p:sp>
        <p:nvSpPr>
          <p:cNvPr id="25" name="Freeform: Shape 24">
            <a:extLst>
              <a:ext uri="{FF2B5EF4-FFF2-40B4-BE49-F238E27FC236}">
                <a16:creationId xmlns:a16="http://schemas.microsoft.com/office/drawing/2014/main" id="{E0E8189B-747E-48AE-99A9-1BEE680125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flipH="1" flipV="1">
            <a:off x="8711129" y="3843994"/>
            <a:ext cx="3644147" cy="2149759"/>
          </a:xfrm>
          <a:custGeom>
            <a:avLst/>
            <a:gdLst>
              <a:gd name="connsiteX0" fmla="*/ 3644147 w 3644147"/>
              <a:gd name="connsiteY0" fmla="*/ 2149759 h 2149759"/>
              <a:gd name="connsiteX1" fmla="*/ 2717163 w 3644147"/>
              <a:gd name="connsiteY1" fmla="*/ 2149759 h 2149759"/>
              <a:gd name="connsiteX2" fmla="*/ 1790179 w 3644147"/>
              <a:gd name="connsiteY2" fmla="*/ 1074881 h 2149759"/>
              <a:gd name="connsiteX3" fmla="*/ 863196 w 3644147"/>
              <a:gd name="connsiteY3" fmla="*/ 2149759 h 2149759"/>
              <a:gd name="connsiteX4" fmla="*/ 551057 w 3644147"/>
              <a:gd name="connsiteY4" fmla="*/ 2149759 h 2149759"/>
              <a:gd name="connsiteX5" fmla="*/ 0 w 3644147"/>
              <a:gd name="connsiteY5" fmla="*/ 1598702 h 2149759"/>
              <a:gd name="connsiteX6" fmla="*/ 19562 w 3644147"/>
              <a:gd name="connsiteY6" fmla="*/ 1510486 h 2149759"/>
              <a:gd name="connsiteX7" fmla="*/ 1790179 w 3644147"/>
              <a:gd name="connsiteY7" fmla="*/ 0 h 2149759"/>
              <a:gd name="connsiteX8" fmla="*/ 3644147 w 3644147"/>
              <a:gd name="connsiteY8" fmla="*/ 2149759 h 2149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44147" h="2149759">
                <a:moveTo>
                  <a:pt x="3644147" y="2149759"/>
                </a:moveTo>
                <a:lnTo>
                  <a:pt x="2717163" y="2149759"/>
                </a:lnTo>
                <a:cubicBezTo>
                  <a:pt x="2717162" y="1556120"/>
                  <a:pt x="2302138" y="1074880"/>
                  <a:pt x="1790179" y="1074881"/>
                </a:cubicBezTo>
                <a:cubicBezTo>
                  <a:pt x="1278220" y="1074880"/>
                  <a:pt x="863196" y="1556119"/>
                  <a:pt x="863196" y="2149759"/>
                </a:cubicBezTo>
                <a:lnTo>
                  <a:pt x="551057" y="2149759"/>
                </a:lnTo>
                <a:lnTo>
                  <a:pt x="0" y="1598702"/>
                </a:lnTo>
                <a:lnTo>
                  <a:pt x="19562" y="1510486"/>
                </a:lnTo>
                <a:cubicBezTo>
                  <a:pt x="254295" y="635388"/>
                  <a:pt x="958246" y="0"/>
                  <a:pt x="1790179" y="0"/>
                </a:cubicBezTo>
                <a:cubicBezTo>
                  <a:pt x="2814097" y="0"/>
                  <a:pt x="3644147" y="962481"/>
                  <a:pt x="3644147" y="2149759"/>
                </a:cubicBezTo>
                <a:close/>
              </a:path>
            </a:pathLst>
          </a:custGeom>
          <a:solidFill>
            <a:schemeClr val="bg2">
              <a:lumMod val="50000"/>
              <a:lumOff val="50000"/>
              <a:alpha val="6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7" name="Oval 26">
            <a:extLst>
              <a:ext uri="{FF2B5EF4-FFF2-40B4-BE49-F238E27FC236}">
                <a16:creationId xmlns:a16="http://schemas.microsoft.com/office/drawing/2014/main" id="{D9DE43D0-73AC-46B4-A39F-E66967A1F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flipH="1" flipV="1">
            <a:off x="10021470" y="292006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9" name="Freeform: Shape 28">
            <a:extLst>
              <a:ext uri="{FF2B5EF4-FFF2-40B4-BE49-F238E27FC236}">
                <a16:creationId xmlns:a16="http://schemas.microsoft.com/office/drawing/2014/main" id="{803C343E-7EAC-4512-955A-33B1833F2D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100000" flipH="1" flipV="1">
            <a:off x="11901768" y="4915975"/>
            <a:ext cx="214196" cy="701949"/>
          </a:xfrm>
          <a:custGeom>
            <a:avLst/>
            <a:gdLst>
              <a:gd name="connsiteX0" fmla="*/ 128682 w 214196"/>
              <a:gd name="connsiteY0" fmla="*/ 9479 h 701949"/>
              <a:gd name="connsiteX1" fmla="*/ 214196 w 214196"/>
              <a:gd name="connsiteY1" fmla="*/ 466589 h 701949"/>
              <a:gd name="connsiteX2" fmla="*/ 213337 w 214196"/>
              <a:gd name="connsiteY2" fmla="*/ 503724 h 701949"/>
              <a:gd name="connsiteX3" fmla="*/ 15112 w 214196"/>
              <a:gd name="connsiteY3" fmla="*/ 701949 h 701949"/>
              <a:gd name="connsiteX4" fmla="*/ 8417 w 214196"/>
              <a:gd name="connsiteY4" fmla="*/ 648207 h 701949"/>
              <a:gd name="connsiteX5" fmla="*/ 0 w 214196"/>
              <a:gd name="connsiteY5" fmla="*/ 466589 h 701949"/>
              <a:gd name="connsiteX6" fmla="*/ 107098 w 214196"/>
              <a:gd name="connsiteY6" fmla="*/ 0 h 701949"/>
              <a:gd name="connsiteX7" fmla="*/ 128682 w 214196"/>
              <a:gd name="connsiteY7" fmla="*/ 9479 h 701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196" h="701949">
                <a:moveTo>
                  <a:pt x="128682" y="9479"/>
                </a:moveTo>
                <a:cubicBezTo>
                  <a:pt x="177485" y="52987"/>
                  <a:pt x="214196" y="241110"/>
                  <a:pt x="214196" y="466589"/>
                </a:cubicBezTo>
                <a:lnTo>
                  <a:pt x="213337" y="503724"/>
                </a:lnTo>
                <a:lnTo>
                  <a:pt x="15112" y="701949"/>
                </a:lnTo>
                <a:lnTo>
                  <a:pt x="8417" y="648207"/>
                </a:lnTo>
                <a:cubicBezTo>
                  <a:pt x="2997" y="592384"/>
                  <a:pt x="0" y="531011"/>
                  <a:pt x="0" y="466589"/>
                </a:cubicBezTo>
                <a:cubicBezTo>
                  <a:pt x="0" y="208899"/>
                  <a:pt x="47949" y="0"/>
                  <a:pt x="107098" y="0"/>
                </a:cubicBezTo>
                <a:cubicBezTo>
                  <a:pt x="114492" y="0"/>
                  <a:pt x="121710" y="3264"/>
                  <a:pt x="128682" y="9479"/>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2" name="Title 1">
            <a:extLst>
              <a:ext uri="{FF2B5EF4-FFF2-40B4-BE49-F238E27FC236}">
                <a16:creationId xmlns:a16="http://schemas.microsoft.com/office/drawing/2014/main" id="{9E7B01D0-C90D-44AE-ADCB-A229DD10747A}"/>
              </a:ext>
            </a:extLst>
          </p:cNvPr>
          <p:cNvSpPr txBox="1">
            <a:spLocks/>
          </p:cNvSpPr>
          <p:nvPr/>
        </p:nvSpPr>
        <p:spPr>
          <a:xfrm>
            <a:off x="550863" y="581025"/>
            <a:ext cx="6378575" cy="1003531"/>
          </a:xfrm>
          <a:prstGeom prst="rect">
            <a:avLst/>
          </a:prstGeom>
        </p:spPr>
        <p:txBody>
          <a:bodyPr vert="horz" wrap="square" lIns="0" tIns="0" rIns="0" bIns="0" rtlCol="0" anchor="b" anchorCtr="0">
            <a:normAutofit/>
          </a:bodyPr>
          <a:lstStyle>
            <a:lvl1pPr algn="l" defTabSz="914400" rtl="0" eaLnBrk="1" latinLnBrk="0" hangingPunct="1">
              <a:lnSpc>
                <a:spcPct val="90000"/>
              </a:lnSpc>
              <a:spcBef>
                <a:spcPct val="0"/>
              </a:spcBef>
              <a:buNone/>
              <a:defRPr lang="en-US" sz="6400" kern="1200">
                <a:solidFill>
                  <a:schemeClr val="tx1"/>
                </a:solidFill>
                <a:latin typeface="+mj-lt"/>
                <a:ea typeface="+mj-ea"/>
                <a:cs typeface="+mj-cs"/>
              </a:defRPr>
            </a:lvl1pPr>
          </a:lstStyle>
          <a:p>
            <a:pPr>
              <a:lnSpc>
                <a:spcPct val="100000"/>
              </a:lnSpc>
            </a:pPr>
            <a:r>
              <a:rPr lang="en-US" sz="3200" b="1" dirty="0">
                <a:latin typeface="Times New Roman" panose="02020603050405020304" pitchFamily="18" charset="0"/>
                <a:ea typeface="Calibri" panose="020F0502020204030204" pitchFamily="34" charset="0"/>
                <a:cs typeface="Times New Roman" panose="02020603050405020304" pitchFamily="18" charset="0"/>
              </a:rPr>
              <a:t>10.8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Thuộc</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tính</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lân</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cận</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của</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đồ</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thị</a:t>
            </a:r>
            <a:endParaRPr lang="en-US" sz="3200" dirty="0"/>
          </a:p>
        </p:txBody>
      </p:sp>
      <p:sp>
        <p:nvSpPr>
          <p:cNvPr id="24" name="Content Placeholder 2">
            <a:extLst>
              <a:ext uri="{FF2B5EF4-FFF2-40B4-BE49-F238E27FC236}">
                <a16:creationId xmlns:a16="http://schemas.microsoft.com/office/drawing/2014/main" id="{1904BB4F-7465-419C-8919-0CCD0C147994}"/>
              </a:ext>
            </a:extLst>
          </p:cNvPr>
          <p:cNvSpPr txBox="1">
            <a:spLocks/>
          </p:cNvSpPr>
          <p:nvPr/>
        </p:nvSpPr>
        <p:spPr>
          <a:xfrm>
            <a:off x="558005" y="2221175"/>
            <a:ext cx="11126954" cy="4439925"/>
          </a:xfrm>
          <a:prstGeom prst="rect">
            <a:avLst/>
          </a:prstGeom>
        </p:spPr>
        <p:txBody>
          <a:bodyPr vert="horz" wrap="square" lIns="0" tIns="0" rIns="0" bIns="0" rtlCol="0" anchor="t">
            <a:normAutofit/>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0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4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gn="just">
              <a:buFont typeface="Wingdings" panose="05000000000000000000" pitchFamily="2" charset="2"/>
              <a:buChar char="q"/>
            </a:pPr>
            <a:r>
              <a:rPr lang="vi-VN" b="1" dirty="0">
                <a:latin typeface="Times New Roman" panose="02020603050405020304" pitchFamily="18" charset="0"/>
                <a:ea typeface="Cousine"/>
              </a:rPr>
              <a:t>Kết nối chuyển tiếp thông minh: </a:t>
            </a:r>
            <a:endParaRPr lang="en-US" b="1" dirty="0">
              <a:latin typeface="Times New Roman" panose="02020603050405020304" pitchFamily="18" charset="0"/>
              <a:ea typeface="Cousine"/>
            </a:endParaRPr>
          </a:p>
          <a:p>
            <a:pPr marL="742950" lvl="1" indent="-285750" algn="just">
              <a:buFont typeface="Wingdings" panose="05000000000000000000" pitchFamily="2" charset="2"/>
              <a:buChar char="§"/>
            </a:pPr>
            <a:r>
              <a:rPr lang="vi-VN" sz="1800" dirty="0">
                <a:latin typeface="Times New Roman" panose="02020603050405020304" pitchFamily="18" charset="0"/>
                <a:cs typeface="Times New Roman" panose="02020603050405020304" pitchFamily="18" charset="0"/>
              </a:rPr>
              <a:t>Một biến thể của nhân đôi đệ quy tránh phát hiện ra cùng một đường đi nhiều lần được gọi là đóng bắc cầu thông mi</a:t>
            </a:r>
            <a:r>
              <a:rPr lang="en-US" sz="1800" dirty="0" err="1">
                <a:latin typeface="Times New Roman" panose="02020603050405020304" pitchFamily="18" charset="0"/>
                <a:cs typeface="Times New Roman" panose="02020603050405020304" pitchFamily="18" charset="0"/>
              </a:rPr>
              <a:t>nh</a:t>
            </a:r>
            <a:endParaRPr lang="en-US" sz="1800" dirty="0">
              <a:latin typeface="Times New Roman" panose="02020603050405020304" pitchFamily="18" charset="0"/>
              <a:cs typeface="Times New Roman" panose="02020603050405020304" pitchFamily="18" charset="0"/>
            </a:endParaRPr>
          </a:p>
          <a:p>
            <a:pPr marL="742950" lvl="1" indent="-285750" algn="just">
              <a:buFont typeface="Wingdings" panose="05000000000000000000" pitchFamily="2" charset="2"/>
              <a:buChar char="§"/>
            </a:pPr>
            <a:r>
              <a:rPr lang="vi-VN" sz="1800" dirty="0">
                <a:effectLst/>
                <a:latin typeface="Times New Roman" panose="02020603050405020304" pitchFamily="18" charset="0"/>
                <a:ea typeface="Cousine"/>
              </a:rPr>
              <a:t>Bí quyết là yêu cầu rằng khi nối hai đường dẫn, đường đầu tiên có độ dài là lũy thừa của 2.</a:t>
            </a:r>
            <a:endParaRPr lang="en-US" sz="1800" dirty="0"/>
          </a:p>
        </p:txBody>
      </p:sp>
    </p:spTree>
    <p:extLst>
      <p:ext uri="{BB962C8B-B14F-4D97-AF65-F5344CB8AC3E}">
        <p14:creationId xmlns:p14="http://schemas.microsoft.com/office/powerpoint/2010/main" val="574008102"/>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anim calcmode="lin" valueType="num">
                                      <p:cBhvr additive="base">
                                        <p:cTn id="7" dur="500" fill="hold"/>
                                        <p:tgtEl>
                                          <p:spTgt spid="2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nodeType="clickEffect">
                                  <p:stCondLst>
                                    <p:cond delay="0"/>
                                  </p:stCondLst>
                                  <p:childTnLst>
                                    <p:set>
                                      <p:cBhvr>
                                        <p:cTn id="12" dur="1" fill="hold">
                                          <p:stCondLst>
                                            <p:cond delay="0"/>
                                          </p:stCondLst>
                                        </p:cTn>
                                        <p:tgtEl>
                                          <p:spTgt spid="24">
                                            <p:txEl>
                                              <p:pRg st="1" end="1"/>
                                            </p:txEl>
                                          </p:spTgt>
                                        </p:tgtEl>
                                        <p:attrNameLst>
                                          <p:attrName>style.visibility</p:attrName>
                                        </p:attrNameLst>
                                      </p:cBhvr>
                                      <p:to>
                                        <p:strVal val="visible"/>
                                      </p:to>
                                    </p:set>
                                    <p:animEffect transition="in" filter="circle(in)">
                                      <p:cBhvr>
                                        <p:cTn id="13" dur="2000"/>
                                        <p:tgtEl>
                                          <p:spTgt spid="24">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24">
                                            <p:txEl>
                                              <p:pRg st="2" end="2"/>
                                            </p:txEl>
                                          </p:spTgt>
                                        </p:tgtEl>
                                        <p:attrNameLst>
                                          <p:attrName>style.visibility</p:attrName>
                                        </p:attrNameLst>
                                      </p:cBhvr>
                                      <p:to>
                                        <p:strVal val="visible"/>
                                      </p:to>
                                    </p:set>
                                    <p:animEffect transition="in" filter="box(in)">
                                      <p:cBhvr>
                                        <p:cTn id="18" dur="2000"/>
                                        <p:tgtEl>
                                          <p:spTgt spid="2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348BBE-85BA-4DAA-9142-2A1F1BB45D22}"/>
              </a:ext>
            </a:extLst>
          </p:cNvPr>
          <p:cNvSpPr>
            <a:spLocks noGrp="1"/>
          </p:cNvSpPr>
          <p:nvPr>
            <p:ph sz="quarter" idx="15"/>
          </p:nvPr>
        </p:nvSpPr>
        <p:spPr>
          <a:xfrm>
            <a:off x="550863" y="2496457"/>
            <a:ext cx="10352664" cy="3951969"/>
          </a:xfrm>
        </p:spPr>
        <p:txBody>
          <a:bodyPr/>
          <a:lstStyle/>
          <a:p>
            <a:pPr marL="285750" indent="-285750">
              <a:buFont typeface="Wingdings" panose="05000000000000000000" pitchFamily="2" charset="2"/>
              <a:buChar char="q"/>
            </a:pPr>
            <a:r>
              <a:rPr lang="vi-VN" sz="2000" b="1" dirty="0">
                <a:effectLst/>
                <a:latin typeface="Times New Roman" panose="02020603050405020304" pitchFamily="18" charset="0"/>
                <a:ea typeface="Cousine"/>
              </a:rPr>
              <a:t>Kích thước vùng lân cận xấp xỉ: </a:t>
            </a:r>
            <a:endParaRPr lang="en-US" sz="2000" b="1" dirty="0">
              <a:effectLst/>
              <a:latin typeface="Times New Roman" panose="02020603050405020304" pitchFamily="18" charset="0"/>
              <a:ea typeface="Cousine"/>
            </a:endParaRPr>
          </a:p>
          <a:p>
            <a:pPr marL="742950" lvl="1" indent="-285750">
              <a:buFont typeface="Wingdings" panose="05000000000000000000" pitchFamily="2" charset="2"/>
              <a:buChar char="§"/>
            </a:pPr>
            <a:r>
              <a:rPr lang="vi-VN" sz="1800" dirty="0">
                <a:effectLst/>
                <a:latin typeface="Times New Roman" panose="02020603050405020304" pitchFamily="18" charset="0"/>
                <a:ea typeface="Cousine"/>
              </a:rPr>
              <a:t>Bằng cách sử dụng công nghệ Flajolet-Martin để ước tính số lượng các phần tử riêng biệt trong một luồng,</a:t>
            </a:r>
            <a:r>
              <a:rPr lang="en-US" sz="1800" dirty="0">
                <a:effectLst/>
                <a:latin typeface="Times New Roman" panose="02020603050405020304" pitchFamily="18" charset="0"/>
                <a:ea typeface="Cousine"/>
              </a:rPr>
              <a:t> </a:t>
            </a:r>
            <a:r>
              <a:rPr lang="vi-VN" sz="1800" dirty="0">
                <a:effectLst/>
                <a:latin typeface="Times New Roman" panose="02020603050405020304" pitchFamily="18" charset="0"/>
                <a:ea typeface="Cousine"/>
              </a:rPr>
              <a:t>chúng ta có thể tìm thấy các kích thước vùng lân cận ở các bán kính khác nhau. </a:t>
            </a:r>
            <a:endParaRPr lang="en-US" sz="1800" dirty="0">
              <a:latin typeface="Times New Roman" panose="02020603050405020304" pitchFamily="18" charset="0"/>
              <a:ea typeface="Cousine"/>
            </a:endParaRPr>
          </a:p>
          <a:p>
            <a:pPr marL="742950" lvl="1" indent="-285750">
              <a:buFont typeface="Wingdings" panose="05000000000000000000" pitchFamily="2" charset="2"/>
              <a:buChar char="§"/>
            </a:pPr>
            <a:r>
              <a:rPr lang="en-US" sz="1800" dirty="0">
                <a:latin typeface="Times New Roman" panose="02020603050405020304" pitchFamily="18" charset="0"/>
                <a:ea typeface="Cousine"/>
                <a:cs typeface="Cousine"/>
              </a:rPr>
              <a:t>D</a:t>
            </a:r>
            <a:r>
              <a:rPr lang="vi-VN" sz="1800" dirty="0">
                <a:effectLst/>
                <a:latin typeface="Times New Roman" panose="02020603050405020304" pitchFamily="18" charset="0"/>
                <a:ea typeface="Cousine"/>
                <a:cs typeface="Cousine"/>
              </a:rPr>
              <a:t>uy trì một tập hợp các độ dài đuôi cho mỗi nút. Để tăng bán kính lên 1,</a:t>
            </a:r>
            <a:r>
              <a:rPr lang="en-US" sz="1800"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kiểm tra từng cạnh (u, v) và đối với mỗi chiều dài đuôi cho u, đặt nó</a:t>
            </a:r>
            <a:r>
              <a:rPr lang="en-US" sz="1800" dirty="0">
                <a:effectLst/>
                <a:latin typeface="Times New Roman" panose="02020603050405020304" pitchFamily="18" charset="0"/>
                <a:ea typeface="Cousine"/>
                <a:cs typeface="Cousine"/>
              </a:rPr>
              <a:t> </a:t>
            </a:r>
            <a:r>
              <a:rPr lang="vi-VN" sz="1800" dirty="0">
                <a:effectLst/>
                <a:latin typeface="Times New Roman" panose="02020603050405020304" pitchFamily="18" charset="0"/>
                <a:ea typeface="Cousine"/>
                <a:cs typeface="Cousine"/>
              </a:rPr>
              <a:t>bằng độ dài đuôi tương ứng của v nếu đuôi lớn hơn đuôi trước.</a:t>
            </a:r>
            <a:endParaRPr lang="en-US" sz="1800" dirty="0">
              <a:effectLst/>
              <a:latin typeface="Cousine"/>
              <a:ea typeface="Cousine"/>
              <a:cs typeface="Cousine"/>
            </a:endParaRPr>
          </a:p>
          <a:p>
            <a:pPr marL="0" marR="0">
              <a:spcBef>
                <a:spcPts val="0"/>
              </a:spcBef>
              <a:spcAft>
                <a:spcPts val="0"/>
              </a:spcAft>
            </a:pPr>
            <a:r>
              <a:rPr lang="vi-VN" sz="1800" dirty="0">
                <a:effectLst/>
                <a:latin typeface="Times New Roman" panose="02020603050405020304" pitchFamily="18" charset="0"/>
                <a:ea typeface="Cousine"/>
                <a:cs typeface="Cousine"/>
              </a:rPr>
              <a:t> </a:t>
            </a:r>
            <a:endParaRPr lang="en-US" sz="1800" dirty="0">
              <a:effectLst/>
              <a:latin typeface="Cousine"/>
              <a:ea typeface="Cousine"/>
              <a:cs typeface="Cousine"/>
            </a:endParaRPr>
          </a:p>
          <a:p>
            <a:pPr marL="1115060" marR="0">
              <a:spcBef>
                <a:spcPts val="60"/>
              </a:spcBef>
              <a:spcAft>
                <a:spcPts val="0"/>
              </a:spcAft>
            </a:pPr>
            <a:endParaRPr lang="en-US" sz="1800" dirty="0">
              <a:effectLst/>
              <a:latin typeface="Cousine"/>
              <a:ea typeface="Cousine"/>
              <a:cs typeface="Cousine"/>
            </a:endParaRPr>
          </a:p>
          <a:p>
            <a:pPr marL="742950" lvl="1" indent="-285750">
              <a:buFont typeface="Wingdings" panose="05000000000000000000" pitchFamily="2" charset="2"/>
              <a:buChar char="§"/>
            </a:pPr>
            <a:endParaRPr lang="en-US" sz="1800" dirty="0"/>
          </a:p>
        </p:txBody>
      </p:sp>
      <p:sp>
        <p:nvSpPr>
          <p:cNvPr id="5" name="Date Placeholder 4">
            <a:extLst>
              <a:ext uri="{FF2B5EF4-FFF2-40B4-BE49-F238E27FC236}">
                <a16:creationId xmlns:a16="http://schemas.microsoft.com/office/drawing/2014/main" id="{B4B17F13-BA0E-40F3-BC54-B5D21129B255}"/>
              </a:ext>
            </a:extLst>
          </p:cNvPr>
          <p:cNvSpPr>
            <a:spLocks noGrp="1"/>
          </p:cNvSpPr>
          <p:nvPr>
            <p:ph type="dt" sz="half" idx="10"/>
          </p:nvPr>
        </p:nvSpPr>
        <p:spPr/>
        <p:txBody>
          <a:bodyPr/>
          <a:lstStyle/>
          <a:p>
            <a:r>
              <a:rPr lang="en-US"/>
              <a:t>Tuesday, February 2, 20XX</a:t>
            </a:r>
          </a:p>
        </p:txBody>
      </p:sp>
      <p:sp>
        <p:nvSpPr>
          <p:cNvPr id="6" name="Footer Placeholder 5">
            <a:extLst>
              <a:ext uri="{FF2B5EF4-FFF2-40B4-BE49-F238E27FC236}">
                <a16:creationId xmlns:a16="http://schemas.microsoft.com/office/drawing/2014/main" id="{589AD096-DEC8-4859-A673-DA060297E010}"/>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3E399F09-F0CC-4DF3-903A-CF017D50F7CD}"/>
              </a:ext>
            </a:extLst>
          </p:cNvPr>
          <p:cNvSpPr>
            <a:spLocks noGrp="1"/>
          </p:cNvSpPr>
          <p:nvPr>
            <p:ph type="sldNum" sz="quarter" idx="12"/>
          </p:nvPr>
        </p:nvSpPr>
        <p:spPr/>
        <p:txBody>
          <a:bodyPr/>
          <a:lstStyle/>
          <a:p>
            <a:fld id="{DBA1B0FB-D917-4C8C-928F-313BD683BF39}" type="slidenum">
              <a:rPr lang="en-US" smtClean="0"/>
              <a:t>26</a:t>
            </a:fld>
            <a:endParaRPr lang="en-US"/>
          </a:p>
        </p:txBody>
      </p:sp>
      <p:sp>
        <p:nvSpPr>
          <p:cNvPr id="8" name="Title 1">
            <a:extLst>
              <a:ext uri="{FF2B5EF4-FFF2-40B4-BE49-F238E27FC236}">
                <a16:creationId xmlns:a16="http://schemas.microsoft.com/office/drawing/2014/main" id="{8287BE9E-5DDF-4002-AA32-2329FBA5D44E}"/>
              </a:ext>
            </a:extLst>
          </p:cNvPr>
          <p:cNvSpPr txBox="1">
            <a:spLocks/>
          </p:cNvSpPr>
          <p:nvPr/>
        </p:nvSpPr>
        <p:spPr>
          <a:xfrm>
            <a:off x="550863" y="581025"/>
            <a:ext cx="6378575" cy="1146175"/>
          </a:xfrm>
          <a:prstGeom prst="rect">
            <a:avLst/>
          </a:prstGeom>
        </p:spPr>
        <p:txBody>
          <a:bodyPr vert="horz" wrap="square" lIns="0" tIns="0" rIns="0" bIns="0" rtlCol="0" anchor="b" anchorCtr="0">
            <a:normAutofit/>
          </a:bodyPr>
          <a:lstStyle>
            <a:lvl1pPr algn="l" defTabSz="914400" rtl="0" eaLnBrk="1" latinLnBrk="0" hangingPunct="1">
              <a:lnSpc>
                <a:spcPct val="90000"/>
              </a:lnSpc>
              <a:spcBef>
                <a:spcPct val="0"/>
              </a:spcBef>
              <a:buNone/>
              <a:defRPr lang="en-US" sz="6400" kern="1200">
                <a:solidFill>
                  <a:schemeClr val="tx1"/>
                </a:solidFill>
                <a:latin typeface="+mj-lt"/>
                <a:ea typeface="+mj-ea"/>
                <a:cs typeface="+mj-cs"/>
              </a:defRPr>
            </a:lvl1pPr>
          </a:lstStyle>
          <a:p>
            <a:pPr>
              <a:lnSpc>
                <a:spcPct val="100000"/>
              </a:lnSpc>
            </a:pPr>
            <a:r>
              <a:rPr lang="en-US" sz="3200" b="1" dirty="0">
                <a:latin typeface="Times New Roman" panose="02020603050405020304" pitchFamily="18" charset="0"/>
                <a:ea typeface="Calibri" panose="020F0502020204030204" pitchFamily="34" charset="0"/>
                <a:cs typeface="Times New Roman" panose="02020603050405020304" pitchFamily="18" charset="0"/>
              </a:rPr>
              <a:t>10.8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Thuộc</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tính</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lân</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cận</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của</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đồ</a:t>
            </a:r>
            <a:r>
              <a:rPr lang="en-US" sz="3200" b="1" dirty="0">
                <a:latin typeface="Times New Roman" panose="02020603050405020304" pitchFamily="18" charset="0"/>
                <a:ea typeface="Calibri" panose="020F0502020204030204" pitchFamily="34" charset="0"/>
                <a:cs typeface="Times New Roman" panose="02020603050405020304" pitchFamily="18" charset="0"/>
              </a:rPr>
              <a:t> </a:t>
            </a:r>
            <a:r>
              <a:rPr lang="en-US" sz="3200" b="1" dirty="0" err="1">
                <a:latin typeface="Times New Roman" panose="02020603050405020304" pitchFamily="18" charset="0"/>
                <a:ea typeface="Calibri" panose="020F0502020204030204" pitchFamily="34" charset="0"/>
                <a:cs typeface="Times New Roman" panose="02020603050405020304" pitchFamily="18" charset="0"/>
              </a:rPr>
              <a:t>thị</a:t>
            </a:r>
            <a:endParaRPr lang="en-US" sz="3200" dirty="0"/>
          </a:p>
        </p:txBody>
      </p:sp>
    </p:spTree>
    <p:extLst>
      <p:ext uri="{BB962C8B-B14F-4D97-AF65-F5344CB8AC3E}">
        <p14:creationId xmlns:p14="http://schemas.microsoft.com/office/powerpoint/2010/main" val="1830783746"/>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3"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
                                        <p:tgtEl>
                                          <p:spTgt spid="3">
                                            <p:txEl>
                                              <p:pRg st="0" end="0"/>
                                            </p:txEl>
                                          </p:spTgt>
                                        </p:tgtEl>
                                      </p:cBhvr>
                                    </p:animEffect>
                                    <p:anim calcmode="lin" valueType="num">
                                      <p:cBhvr>
                                        <p:cTn id="8" dur="4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400" fill="hold"/>
                                        <p:tgtEl>
                                          <p:spTgt spid="3">
                                            <p:txEl>
                                              <p:pRg st="0" end="0"/>
                                            </p:txEl>
                                          </p:spTgt>
                                        </p:tgtEl>
                                        <p:attrNameLst>
                                          <p:attrName>ppt_y</p:attrName>
                                        </p:attrNameLst>
                                      </p:cBhvr>
                                      <p:tavLst>
                                        <p:tav tm="0">
                                          <p:val>
                                            <p:strVal val="#ppt_y+0.31"/>
                                          </p:val>
                                        </p:tav>
                                        <p:tav tm="100000">
                                          <p:val>
                                            <p:strVal val="#ppt_y+0.31"/>
                                          </p:val>
                                        </p:tav>
                                      </p:tavLst>
                                    </p:anim>
                                    <p:anim calcmode="lin" valueType="num">
                                      <p:cBhvr>
                                        <p:cTn id="10" dur="600" decel="50000" fill="hold">
                                          <p:stCondLst>
                                            <p:cond delay="400"/>
                                          </p:stCondLst>
                                        </p:cTn>
                                        <p:tgtEl>
                                          <p:spTgt spid="3">
                                            <p:txEl>
                                              <p:pRg st="0" end="0"/>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11" dur="600" decel="50000" fill="hold">
                                          <p:stCondLst>
                                            <p:cond delay="400"/>
                                          </p:stCondLst>
                                        </p:cTn>
                                        <p:tgtEl>
                                          <p:spTgt spid="3">
                                            <p:txEl>
                                              <p:pRg st="0" end="0"/>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12" fill="hold">
                      <p:stCondLst>
                        <p:cond delay="indefinite"/>
                      </p:stCondLst>
                      <p:childTnLst>
                        <p:par>
                          <p:cTn id="13" fill="hold">
                            <p:stCondLst>
                              <p:cond delay="0"/>
                            </p:stCondLst>
                            <p:childTnLst>
                              <p:par>
                                <p:cTn id="14" presetID="17" presetClass="entr" presetSubtype="10"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p:cTn id="16"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7" dur="500" fill="hold"/>
                                        <p:tgtEl>
                                          <p:spTgt spid="3">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 calcmode="lin" valueType="num">
                                      <p:cBhvr>
                                        <p:cTn id="22"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23"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24"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F8FAEED9-1ECD-45F9-87A0-9394BAEABB79}"/>
              </a:ext>
            </a:extLst>
          </p:cNvPr>
          <p:cNvSpPr>
            <a:spLocks noGrp="1"/>
          </p:cNvSpPr>
          <p:nvPr>
            <p:ph type="ctrTitle"/>
          </p:nvPr>
        </p:nvSpPr>
        <p:spPr>
          <a:xfrm>
            <a:off x="550863" y="549275"/>
            <a:ext cx="5437187" cy="2986234"/>
          </a:xfrm>
        </p:spPr>
        <p:txBody>
          <a:bodyPr/>
          <a:lstStyle/>
          <a:p>
            <a:r>
              <a:rPr lang="en-US" sz="5400" dirty="0">
                <a:solidFill>
                  <a:srgbClr val="FF0000"/>
                </a:solidFill>
              </a:rPr>
              <a:t>Thank You!</a:t>
            </a:r>
          </a:p>
        </p:txBody>
      </p:sp>
      <p:pic>
        <p:nvPicPr>
          <p:cNvPr id="27" name="Picture Placeholder 26" descr="Data Points Digital background">
            <a:extLst>
              <a:ext uri="{FF2B5EF4-FFF2-40B4-BE49-F238E27FC236}">
                <a16:creationId xmlns:a16="http://schemas.microsoft.com/office/drawing/2014/main" id="{9E660784-34E2-4CDA-926A-DDD6AAF35046}"/>
              </a:ext>
            </a:extLst>
          </p:cNvPr>
          <p:cNvPicPr>
            <a:picLocks noGrp="1" noChangeAspect="1"/>
          </p:cNvPicPr>
          <p:nvPr>
            <p:ph type="pic" sz="quarter" idx="15"/>
          </p:nvPr>
        </p:nvPicPr>
        <p:blipFill rotWithShape="1">
          <a:blip r:embed="rId2" cstate="screen">
            <a:extLst>
              <a:ext uri="{28A0092B-C50C-407E-A947-70E740481C1C}">
                <a14:useLocalDpi xmlns:a14="http://schemas.microsoft.com/office/drawing/2010/main" val="0"/>
              </a:ext>
            </a:extLst>
          </a:blip>
          <a:srcRect/>
          <a:stretch/>
        </p:blipFill>
        <p:spPr>
          <a:xfrm>
            <a:off x="6556248" y="548640"/>
            <a:ext cx="5084064" cy="2880360"/>
          </a:xfrm>
        </p:spPr>
      </p:pic>
      <p:pic>
        <p:nvPicPr>
          <p:cNvPr id="33" name="Picture Placeholder 32" descr="Data Points Digital background">
            <a:extLst>
              <a:ext uri="{FF2B5EF4-FFF2-40B4-BE49-F238E27FC236}">
                <a16:creationId xmlns:a16="http://schemas.microsoft.com/office/drawing/2014/main" id="{48106962-23C6-4DFE-BB3A-E5FFF03F38CE}"/>
              </a:ext>
            </a:extLst>
          </p:cNvPr>
          <p:cNvPicPr>
            <a:picLocks noGrp="1" noChangeAspect="1"/>
          </p:cNvPicPr>
          <p:nvPr>
            <p:ph type="pic" sz="quarter" idx="16"/>
          </p:nvPr>
        </p:nvPicPr>
        <p:blipFill rotWithShape="1">
          <a:blip r:embed="rId3" cstate="screen">
            <a:extLst>
              <a:ext uri="{28A0092B-C50C-407E-A947-70E740481C1C}">
                <a14:useLocalDpi xmlns:a14="http://schemas.microsoft.com/office/drawing/2010/main" val="0"/>
              </a:ext>
            </a:extLst>
          </a:blip>
          <a:srcRect/>
          <a:stretch/>
        </p:blipFill>
        <p:spPr>
          <a:xfrm>
            <a:off x="6556248" y="3429000"/>
            <a:ext cx="5084064" cy="2880360"/>
          </a:xfrm>
        </p:spPr>
      </p:pic>
      <p:sp>
        <p:nvSpPr>
          <p:cNvPr id="4" name="Date Placeholder 3">
            <a:extLst>
              <a:ext uri="{FF2B5EF4-FFF2-40B4-BE49-F238E27FC236}">
                <a16:creationId xmlns:a16="http://schemas.microsoft.com/office/drawing/2014/main" id="{7823E305-6365-4345-8BD1-4A31C61D96CB}"/>
              </a:ext>
            </a:extLst>
          </p:cNvPr>
          <p:cNvSpPr>
            <a:spLocks noGrp="1"/>
          </p:cNvSpPr>
          <p:nvPr>
            <p:ph type="dt" sz="half" idx="10"/>
          </p:nvPr>
        </p:nvSpPr>
        <p:spPr>
          <a:xfrm>
            <a:off x="550863" y="6507212"/>
            <a:ext cx="2628900" cy="153888"/>
          </a:xfrm>
        </p:spPr>
        <p:txBody>
          <a:bodyPr/>
          <a:lstStyle/>
          <a:p>
            <a:r>
              <a:rPr lang="en-US"/>
              <a:t>Tuesday, February 2, 20XX</a:t>
            </a:r>
          </a:p>
        </p:txBody>
      </p:sp>
      <p:sp>
        <p:nvSpPr>
          <p:cNvPr id="5" name="Footer Placeholder 4">
            <a:extLst>
              <a:ext uri="{FF2B5EF4-FFF2-40B4-BE49-F238E27FC236}">
                <a16:creationId xmlns:a16="http://schemas.microsoft.com/office/drawing/2014/main" id="{0B37A3FF-ED32-4C4A-A21F-848A3BF6F896}"/>
              </a:ext>
            </a:extLst>
          </p:cNvPr>
          <p:cNvSpPr>
            <a:spLocks noGrp="1"/>
          </p:cNvSpPr>
          <p:nvPr>
            <p:ph type="ftr" sz="quarter" idx="11"/>
          </p:nvPr>
        </p:nvSpPr>
        <p:spPr>
          <a:xfrm>
            <a:off x="3359150" y="6507212"/>
            <a:ext cx="6379210" cy="153888"/>
          </a:xfrm>
        </p:spPr>
        <p:txBody>
          <a:bodyPr/>
          <a:lstStyle/>
          <a:p>
            <a:r>
              <a:rPr lang="en-US"/>
              <a:t>Sample Footer Text</a:t>
            </a:r>
          </a:p>
        </p:txBody>
      </p:sp>
      <p:sp>
        <p:nvSpPr>
          <p:cNvPr id="6" name="Slide Number Placeholder 5">
            <a:extLst>
              <a:ext uri="{FF2B5EF4-FFF2-40B4-BE49-F238E27FC236}">
                <a16:creationId xmlns:a16="http://schemas.microsoft.com/office/drawing/2014/main" id="{36E60F23-FB58-4EF8-82FD-E86CED25FDD4}"/>
              </a:ext>
            </a:extLst>
          </p:cNvPr>
          <p:cNvSpPr>
            <a:spLocks noGrp="1"/>
          </p:cNvSpPr>
          <p:nvPr>
            <p:ph type="sldNum" sz="quarter" idx="12"/>
          </p:nvPr>
        </p:nvSpPr>
        <p:spPr>
          <a:xfrm>
            <a:off x="9948863" y="6507212"/>
            <a:ext cx="1692274" cy="153888"/>
          </a:xfrm>
        </p:spPr>
        <p:txBody>
          <a:bodyPr/>
          <a:lstStyle/>
          <a:p>
            <a:fld id="{DBA1B0FB-D917-4C8C-928F-313BD683BF39}" type="slidenum">
              <a:rPr lang="en-US" smtClean="0"/>
              <a:pPr/>
              <a:t>27</a:t>
            </a:fld>
            <a:endParaRPr lang="en-US"/>
          </a:p>
        </p:txBody>
      </p:sp>
    </p:spTree>
    <p:extLst>
      <p:ext uri="{BB962C8B-B14F-4D97-AF65-F5344CB8AC3E}">
        <p14:creationId xmlns:p14="http://schemas.microsoft.com/office/powerpoint/2010/main" val="324779884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2" presetClass="emph" presetSubtype="0" fill="hold" grpId="0" nodeType="clickEffect">
                                  <p:stCondLst>
                                    <p:cond delay="0"/>
                                  </p:stCondLst>
                                  <p:childTnLst>
                                    <p:animRot by="120000">
                                      <p:cBhvr>
                                        <p:cTn id="6" dur="100" fill="hold">
                                          <p:stCondLst>
                                            <p:cond delay="0"/>
                                          </p:stCondLst>
                                        </p:cTn>
                                        <p:tgtEl>
                                          <p:spTgt spid="22"/>
                                        </p:tgtEl>
                                        <p:attrNameLst>
                                          <p:attrName>r</p:attrName>
                                        </p:attrNameLst>
                                      </p:cBhvr>
                                    </p:animRot>
                                    <p:animRot by="-240000">
                                      <p:cBhvr>
                                        <p:cTn id="7" dur="200" fill="hold">
                                          <p:stCondLst>
                                            <p:cond delay="200"/>
                                          </p:stCondLst>
                                        </p:cTn>
                                        <p:tgtEl>
                                          <p:spTgt spid="22"/>
                                        </p:tgtEl>
                                        <p:attrNameLst>
                                          <p:attrName>r</p:attrName>
                                        </p:attrNameLst>
                                      </p:cBhvr>
                                    </p:animRot>
                                    <p:animRot by="240000">
                                      <p:cBhvr>
                                        <p:cTn id="8" dur="200" fill="hold">
                                          <p:stCondLst>
                                            <p:cond delay="400"/>
                                          </p:stCondLst>
                                        </p:cTn>
                                        <p:tgtEl>
                                          <p:spTgt spid="22"/>
                                        </p:tgtEl>
                                        <p:attrNameLst>
                                          <p:attrName>r</p:attrName>
                                        </p:attrNameLst>
                                      </p:cBhvr>
                                    </p:animRot>
                                    <p:animRot by="-240000">
                                      <p:cBhvr>
                                        <p:cTn id="9" dur="200" fill="hold">
                                          <p:stCondLst>
                                            <p:cond delay="600"/>
                                          </p:stCondLst>
                                        </p:cTn>
                                        <p:tgtEl>
                                          <p:spTgt spid="22"/>
                                        </p:tgtEl>
                                        <p:attrNameLst>
                                          <p:attrName>r</p:attrName>
                                        </p:attrNameLst>
                                      </p:cBhvr>
                                    </p:animRot>
                                    <p:animRot by="120000">
                                      <p:cBhvr>
                                        <p:cTn id="10" dur="200" fill="hold">
                                          <p:stCondLst>
                                            <p:cond delay="800"/>
                                          </p:stCondLst>
                                        </p:cTn>
                                        <p:tgtEl>
                                          <p:spTgt spid="22"/>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04751AB-E840-446F-8D49-E697067EC887}">
  <ds:schemaRefs>
    <ds:schemaRef ds:uri="http://schemas.microsoft.com/sharepoint/v3/contenttype/forms"/>
  </ds:schemaRefs>
</ds:datastoreItem>
</file>

<file path=customXml/itemProps2.xml><?xml version="1.0" encoding="utf-8"?>
<ds:datastoreItem xmlns:ds="http://schemas.openxmlformats.org/officeDocument/2006/customXml" ds:itemID="{50811A92-D464-4AC4-A396-BA73B10CEEAC}">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DE4876F9-7AE1-498D-B8FE-1E3AD703D2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{181025BF-DBC4-46FE-95D5-7B36577A4214}tf33713516_win32</Template>
  <TotalTime>511</TotalTime>
  <Words>2360</Words>
  <Application>Microsoft Office PowerPoint</Application>
  <PresentationFormat>Widescreen</PresentationFormat>
  <Paragraphs>206</Paragraphs>
  <Slides>27</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Arial</vt:lpstr>
      <vt:lpstr>Calibri</vt:lpstr>
      <vt:lpstr>Courier New</vt:lpstr>
      <vt:lpstr>Cousine</vt:lpstr>
      <vt:lpstr>Gill Sans MT</vt:lpstr>
      <vt:lpstr>Times New Roman</vt:lpstr>
      <vt:lpstr>Walbaum Display</vt:lpstr>
      <vt:lpstr>Wingdings</vt:lpstr>
      <vt:lpstr>3DFloatVTI</vt:lpstr>
      <vt:lpstr>Chủ đề nghiên cứu: Chương 10</vt:lpstr>
      <vt:lpstr>Chương 10</vt:lpstr>
      <vt:lpstr>Đồ thị mạng xã hội:</vt:lpstr>
      <vt:lpstr>10.2 Phân cụm các đồ thị mạng xã hội</vt:lpstr>
      <vt:lpstr>10.2 Phân cụm các đồ thị mạng xã hội</vt:lpstr>
      <vt:lpstr>10.2 Phân cụm các đồ thị mạng xã hội </vt:lpstr>
      <vt:lpstr>10.3 Khám phá trực tiếp các cộng đồng</vt:lpstr>
      <vt:lpstr>10.3 Khám phá trực tiếp các cộng đồng</vt:lpstr>
      <vt:lpstr>10.4 Phân vùng đồ thị</vt:lpstr>
      <vt:lpstr>10.4 Phân vùng đồ thị</vt:lpstr>
      <vt:lpstr>10.4 Phân vùng đồ thị</vt:lpstr>
      <vt:lpstr>10.4 Phân vùng đồ thị</vt:lpstr>
      <vt:lpstr>10.4 Phân vùng đồ thị</vt:lpstr>
      <vt:lpstr>Cộng đồng chồng chéo:</vt:lpstr>
      <vt:lpstr>10.5 Cộng đồng chồng chéo</vt:lpstr>
      <vt:lpstr>10.5 Cộng đồng chồng chéo</vt:lpstr>
      <vt:lpstr>PowerPoint Presentation</vt:lpstr>
      <vt:lpstr>10.6 Simrank </vt:lpstr>
      <vt:lpstr>10.7 Đếm tam giác </vt:lpstr>
      <vt:lpstr>10.7 Đếm tam giác </vt:lpstr>
      <vt:lpstr>10.8 Thuộc tính lân cận của đồ thị </vt:lpstr>
      <vt:lpstr>10.8 Thuộc tính lân cận của đồ thị</vt:lpstr>
      <vt:lpstr>10.8 Thuộc tính lân cận của đồ thị</vt:lpstr>
      <vt:lpstr>10.8 Thuộc tính lân cận của đồ thị</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Chủ đề nghiên cứu: Chương 10</dc:title>
  <dc:creator>Meo PI</dc:creator>
  <cp:lastModifiedBy>Meo PI</cp:lastModifiedBy>
  <cp:revision>36</cp:revision>
  <dcterms:created xsi:type="dcterms:W3CDTF">2022-03-31T04:41:34Z</dcterms:created>
  <dcterms:modified xsi:type="dcterms:W3CDTF">2022-04-01T04:38:08Z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